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3970FA-9EB2-44D5-959B-7EE885360F71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7FA49B-5E8F-49B3-889B-C54DF5C183A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Backend: Spring Boot, JPA, MySQL , API</a:t>
          </a:r>
        </a:p>
      </dgm:t>
    </dgm:pt>
    <dgm:pt modelId="{FC5A4077-7C68-49A2-B55E-E280629CA8DA}" type="parTrans" cxnId="{9637CE26-0057-4516-9287-1A4AC5618814}">
      <dgm:prSet/>
      <dgm:spPr/>
      <dgm:t>
        <a:bodyPr/>
        <a:lstStyle/>
        <a:p>
          <a:endParaRPr lang="en-US"/>
        </a:p>
      </dgm:t>
    </dgm:pt>
    <dgm:pt modelId="{AA61EA6C-E4F0-4522-955B-E3AC3B2A3F04}" type="sibTrans" cxnId="{9637CE26-0057-4516-9287-1A4AC5618814}">
      <dgm:prSet/>
      <dgm:spPr/>
      <dgm:t>
        <a:bodyPr/>
        <a:lstStyle/>
        <a:p>
          <a:endParaRPr lang="en-US"/>
        </a:p>
      </dgm:t>
    </dgm:pt>
    <dgm:pt modelId="{A2216585-A646-4D7D-B6B3-17C3B29E87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Frontend: React JS, React Router, Axios, </a:t>
          </a:r>
          <a:r>
            <a:rPr lang="en-US" dirty="0" err="1"/>
            <a:t>Bootstrap,</a:t>
          </a:r>
          <a:r>
            <a:rPr lang="en-US" err="1"/>
            <a:t>CSS</a:t>
          </a:r>
          <a:r>
            <a:rPr lang="en-US"/>
            <a:t>,JS</a:t>
          </a:r>
          <a:endParaRPr lang="en-US" dirty="0"/>
        </a:p>
      </dgm:t>
    </dgm:pt>
    <dgm:pt modelId="{23903846-1048-4C53-9EC5-AEAD7B1D5723}" type="parTrans" cxnId="{F60D7356-629F-4848-8771-DC801E291867}">
      <dgm:prSet/>
      <dgm:spPr/>
      <dgm:t>
        <a:bodyPr/>
        <a:lstStyle/>
        <a:p>
          <a:endParaRPr lang="en-US"/>
        </a:p>
      </dgm:t>
    </dgm:pt>
    <dgm:pt modelId="{62FE17E9-7BDD-4C36-805D-06AD97794CF6}" type="sibTrans" cxnId="{F60D7356-629F-4848-8771-DC801E291867}">
      <dgm:prSet/>
      <dgm:spPr/>
      <dgm:t>
        <a:bodyPr/>
        <a:lstStyle/>
        <a:p>
          <a:endParaRPr lang="en-US"/>
        </a:p>
      </dgm:t>
    </dgm:pt>
    <dgm:pt modelId="{C465C390-1E95-466D-8675-3195EF48582A}" type="pres">
      <dgm:prSet presAssocID="{233970FA-9EB2-44D5-959B-7EE885360F71}" presName="root" presStyleCnt="0">
        <dgm:presLayoutVars>
          <dgm:dir/>
          <dgm:resizeHandles val="exact"/>
        </dgm:presLayoutVars>
      </dgm:prSet>
      <dgm:spPr/>
    </dgm:pt>
    <dgm:pt modelId="{D3C11B5F-6061-4C6A-8B86-6B61E2A93297}" type="pres">
      <dgm:prSet presAssocID="{5A7FA49B-5E8F-49B3-889B-C54DF5C183AD}" presName="compNode" presStyleCnt="0"/>
      <dgm:spPr/>
    </dgm:pt>
    <dgm:pt modelId="{5C93E190-9A0F-4AC4-8B37-A7135AA92F04}" type="pres">
      <dgm:prSet presAssocID="{5A7FA49B-5E8F-49B3-889B-C54DF5C183AD}" presName="iconBgRect" presStyleLbl="bgShp" presStyleIdx="0" presStyleCnt="2"/>
      <dgm:spPr/>
    </dgm:pt>
    <dgm:pt modelId="{6DC1E6AF-7357-4DD9-98B1-DAF8F7517F60}" type="pres">
      <dgm:prSet presAssocID="{5A7FA49B-5E8F-49B3-889B-C54DF5C183A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F6C7561-3134-4223-A6F0-6B350C065F23}" type="pres">
      <dgm:prSet presAssocID="{5A7FA49B-5E8F-49B3-889B-C54DF5C183AD}" presName="spaceRect" presStyleCnt="0"/>
      <dgm:spPr/>
    </dgm:pt>
    <dgm:pt modelId="{328A865B-79D1-4E88-B644-115414EC72E1}" type="pres">
      <dgm:prSet presAssocID="{5A7FA49B-5E8F-49B3-889B-C54DF5C183AD}" presName="textRect" presStyleLbl="revTx" presStyleIdx="0" presStyleCnt="2">
        <dgm:presLayoutVars>
          <dgm:chMax val="1"/>
          <dgm:chPref val="1"/>
        </dgm:presLayoutVars>
      </dgm:prSet>
      <dgm:spPr/>
    </dgm:pt>
    <dgm:pt modelId="{AE683104-D2CD-4180-8C75-11D8D936995E}" type="pres">
      <dgm:prSet presAssocID="{AA61EA6C-E4F0-4522-955B-E3AC3B2A3F04}" presName="sibTrans" presStyleCnt="0"/>
      <dgm:spPr/>
    </dgm:pt>
    <dgm:pt modelId="{D6F427D2-603D-44B2-BA10-2A70F15AB24C}" type="pres">
      <dgm:prSet presAssocID="{A2216585-A646-4D7D-B6B3-17C3B29E8733}" presName="compNode" presStyleCnt="0"/>
      <dgm:spPr/>
    </dgm:pt>
    <dgm:pt modelId="{0A7E6CBE-D1EE-478E-93F1-A7FAA4449DE3}" type="pres">
      <dgm:prSet presAssocID="{A2216585-A646-4D7D-B6B3-17C3B29E8733}" presName="iconBgRect" presStyleLbl="bgShp" presStyleIdx="1" presStyleCnt="2"/>
      <dgm:spPr/>
    </dgm:pt>
    <dgm:pt modelId="{5D2ACD54-F867-42F8-9552-F86DE3CC466B}" type="pres">
      <dgm:prSet presAssocID="{A2216585-A646-4D7D-B6B3-17C3B29E873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576896F5-584E-470A-9D3B-233E81458BEC}" type="pres">
      <dgm:prSet presAssocID="{A2216585-A646-4D7D-B6B3-17C3B29E8733}" presName="spaceRect" presStyleCnt="0"/>
      <dgm:spPr/>
    </dgm:pt>
    <dgm:pt modelId="{96AB1013-41AF-47F7-B048-0F8CC36A8394}" type="pres">
      <dgm:prSet presAssocID="{A2216585-A646-4D7D-B6B3-17C3B29E873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80BDA10-C2A1-4AAB-835A-46FB283E93DF}" type="presOf" srcId="{A2216585-A646-4D7D-B6B3-17C3B29E8733}" destId="{96AB1013-41AF-47F7-B048-0F8CC36A8394}" srcOrd="0" destOrd="0" presId="urn:microsoft.com/office/officeart/2018/5/layout/IconCircleLabelList"/>
    <dgm:cxn modelId="{9637CE26-0057-4516-9287-1A4AC5618814}" srcId="{233970FA-9EB2-44D5-959B-7EE885360F71}" destId="{5A7FA49B-5E8F-49B3-889B-C54DF5C183AD}" srcOrd="0" destOrd="0" parTransId="{FC5A4077-7C68-49A2-B55E-E280629CA8DA}" sibTransId="{AA61EA6C-E4F0-4522-955B-E3AC3B2A3F04}"/>
    <dgm:cxn modelId="{F60D7356-629F-4848-8771-DC801E291867}" srcId="{233970FA-9EB2-44D5-959B-7EE885360F71}" destId="{A2216585-A646-4D7D-B6B3-17C3B29E8733}" srcOrd="1" destOrd="0" parTransId="{23903846-1048-4C53-9EC5-AEAD7B1D5723}" sibTransId="{62FE17E9-7BDD-4C36-805D-06AD97794CF6}"/>
    <dgm:cxn modelId="{394471E3-1DC8-4FD2-953B-448AC81DFA28}" type="presOf" srcId="{5A7FA49B-5E8F-49B3-889B-C54DF5C183AD}" destId="{328A865B-79D1-4E88-B644-115414EC72E1}" srcOrd="0" destOrd="0" presId="urn:microsoft.com/office/officeart/2018/5/layout/IconCircleLabelList"/>
    <dgm:cxn modelId="{327B7BFB-5B89-4B33-BEF4-AFD736BE7978}" type="presOf" srcId="{233970FA-9EB2-44D5-959B-7EE885360F71}" destId="{C465C390-1E95-466D-8675-3195EF48582A}" srcOrd="0" destOrd="0" presId="urn:microsoft.com/office/officeart/2018/5/layout/IconCircleLabelList"/>
    <dgm:cxn modelId="{A7D34ACB-27A2-4AE3-87A3-A000D1B1D7E9}" type="presParOf" srcId="{C465C390-1E95-466D-8675-3195EF48582A}" destId="{D3C11B5F-6061-4C6A-8B86-6B61E2A93297}" srcOrd="0" destOrd="0" presId="urn:microsoft.com/office/officeart/2018/5/layout/IconCircleLabelList"/>
    <dgm:cxn modelId="{10F35B45-763D-4504-98CE-BBEEA28D8B7C}" type="presParOf" srcId="{D3C11B5F-6061-4C6A-8B86-6B61E2A93297}" destId="{5C93E190-9A0F-4AC4-8B37-A7135AA92F04}" srcOrd="0" destOrd="0" presId="urn:microsoft.com/office/officeart/2018/5/layout/IconCircleLabelList"/>
    <dgm:cxn modelId="{F863D8C6-38F5-400B-8310-604BF7A7981D}" type="presParOf" srcId="{D3C11B5F-6061-4C6A-8B86-6B61E2A93297}" destId="{6DC1E6AF-7357-4DD9-98B1-DAF8F7517F60}" srcOrd="1" destOrd="0" presId="urn:microsoft.com/office/officeart/2018/5/layout/IconCircleLabelList"/>
    <dgm:cxn modelId="{AE25DB10-015C-43AF-9B49-FFCC4B6A2DC5}" type="presParOf" srcId="{D3C11B5F-6061-4C6A-8B86-6B61E2A93297}" destId="{DF6C7561-3134-4223-A6F0-6B350C065F23}" srcOrd="2" destOrd="0" presId="urn:microsoft.com/office/officeart/2018/5/layout/IconCircleLabelList"/>
    <dgm:cxn modelId="{AC2F80F1-780A-4743-9D69-2409658EA144}" type="presParOf" srcId="{D3C11B5F-6061-4C6A-8B86-6B61E2A93297}" destId="{328A865B-79D1-4E88-B644-115414EC72E1}" srcOrd="3" destOrd="0" presId="urn:microsoft.com/office/officeart/2018/5/layout/IconCircleLabelList"/>
    <dgm:cxn modelId="{3F8A5FFA-DEBC-4771-B4A6-523374D10FFE}" type="presParOf" srcId="{C465C390-1E95-466D-8675-3195EF48582A}" destId="{AE683104-D2CD-4180-8C75-11D8D936995E}" srcOrd="1" destOrd="0" presId="urn:microsoft.com/office/officeart/2018/5/layout/IconCircleLabelList"/>
    <dgm:cxn modelId="{33D059E9-3697-4CA5-87D3-F26C9B6CF905}" type="presParOf" srcId="{C465C390-1E95-466D-8675-3195EF48582A}" destId="{D6F427D2-603D-44B2-BA10-2A70F15AB24C}" srcOrd="2" destOrd="0" presId="urn:microsoft.com/office/officeart/2018/5/layout/IconCircleLabelList"/>
    <dgm:cxn modelId="{173FB33D-5C44-4760-A6FC-34D547FD9756}" type="presParOf" srcId="{D6F427D2-603D-44B2-BA10-2A70F15AB24C}" destId="{0A7E6CBE-D1EE-478E-93F1-A7FAA4449DE3}" srcOrd="0" destOrd="0" presId="urn:microsoft.com/office/officeart/2018/5/layout/IconCircleLabelList"/>
    <dgm:cxn modelId="{CC1E1C98-5F71-46BC-8747-4961A4F3E271}" type="presParOf" srcId="{D6F427D2-603D-44B2-BA10-2A70F15AB24C}" destId="{5D2ACD54-F867-42F8-9552-F86DE3CC466B}" srcOrd="1" destOrd="0" presId="urn:microsoft.com/office/officeart/2018/5/layout/IconCircleLabelList"/>
    <dgm:cxn modelId="{251C3B2F-551B-436F-A0DB-8F943C09573E}" type="presParOf" srcId="{D6F427D2-603D-44B2-BA10-2A70F15AB24C}" destId="{576896F5-584E-470A-9D3B-233E81458BEC}" srcOrd="2" destOrd="0" presId="urn:microsoft.com/office/officeart/2018/5/layout/IconCircleLabelList"/>
    <dgm:cxn modelId="{D80D9ED6-C7CE-4A9C-A397-0A1724BA6F9A}" type="presParOf" srcId="{D6F427D2-603D-44B2-BA10-2A70F15AB24C}" destId="{96AB1013-41AF-47F7-B048-0F8CC36A839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501EA3-4AE2-40BD-8C2D-1D02D45038EA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482F247-FC99-45B7-BD5B-DCB9057AF91D}">
      <dgm:prSet/>
      <dgm:spPr/>
      <dgm:t>
        <a:bodyPr/>
        <a:lstStyle/>
        <a:p>
          <a:r>
            <a:rPr lang="en-US"/>
            <a:t>com.nidheera</a:t>
          </a:r>
        </a:p>
      </dgm:t>
    </dgm:pt>
    <dgm:pt modelId="{CBB98F8D-24FF-422F-8023-FD0C0D6906D0}" type="parTrans" cxnId="{986CA271-0771-49B0-AB56-9B5F0D53C88B}">
      <dgm:prSet/>
      <dgm:spPr/>
      <dgm:t>
        <a:bodyPr/>
        <a:lstStyle/>
        <a:p>
          <a:endParaRPr lang="en-US"/>
        </a:p>
      </dgm:t>
    </dgm:pt>
    <dgm:pt modelId="{FDBB7050-8839-4246-A2C8-1DD6151DE7CD}" type="sibTrans" cxnId="{986CA271-0771-49B0-AB56-9B5F0D53C88B}">
      <dgm:prSet/>
      <dgm:spPr/>
      <dgm:t>
        <a:bodyPr/>
        <a:lstStyle/>
        <a:p>
          <a:endParaRPr lang="en-US"/>
        </a:p>
      </dgm:t>
    </dgm:pt>
    <dgm:pt modelId="{1CCC3281-E9D2-4960-856D-7D04C74A190D}">
      <dgm:prSet/>
      <dgm:spPr/>
      <dgm:t>
        <a:bodyPr/>
        <a:lstStyle/>
        <a:p>
          <a:r>
            <a:rPr lang="en-US" dirty="0"/>
            <a:t>controller</a:t>
          </a:r>
        </a:p>
      </dgm:t>
    </dgm:pt>
    <dgm:pt modelId="{68E4B227-B5FB-4E0A-8DF9-A3446EE80085}" type="parTrans" cxnId="{CA44B9BD-9182-4993-8768-FC6EAA096D72}">
      <dgm:prSet/>
      <dgm:spPr/>
      <dgm:t>
        <a:bodyPr/>
        <a:lstStyle/>
        <a:p>
          <a:endParaRPr lang="en-US"/>
        </a:p>
      </dgm:t>
    </dgm:pt>
    <dgm:pt modelId="{CF6FCFC6-2D4B-428E-9A75-0CE8DAFF8680}" type="sibTrans" cxnId="{CA44B9BD-9182-4993-8768-FC6EAA096D72}">
      <dgm:prSet/>
      <dgm:spPr/>
      <dgm:t>
        <a:bodyPr/>
        <a:lstStyle/>
        <a:p>
          <a:endParaRPr lang="en-US"/>
        </a:p>
      </dgm:t>
    </dgm:pt>
    <dgm:pt modelId="{37B8B6D8-AC25-4800-8952-24789FBD6F67}">
      <dgm:prSet/>
      <dgm:spPr/>
      <dgm:t>
        <a:bodyPr/>
        <a:lstStyle/>
        <a:p>
          <a:r>
            <a:rPr lang="en-US" dirty="0"/>
            <a:t>service</a:t>
          </a:r>
        </a:p>
      </dgm:t>
    </dgm:pt>
    <dgm:pt modelId="{370AAB49-DE1A-48C3-B68E-865EE6EAC826}" type="parTrans" cxnId="{836161F3-D2CD-4497-B582-308E36CA1EF7}">
      <dgm:prSet/>
      <dgm:spPr/>
      <dgm:t>
        <a:bodyPr/>
        <a:lstStyle/>
        <a:p>
          <a:endParaRPr lang="en-US"/>
        </a:p>
      </dgm:t>
    </dgm:pt>
    <dgm:pt modelId="{77EBE9FA-380B-42FC-909A-4D8361785AAD}" type="sibTrans" cxnId="{836161F3-D2CD-4497-B582-308E36CA1EF7}">
      <dgm:prSet/>
      <dgm:spPr/>
      <dgm:t>
        <a:bodyPr/>
        <a:lstStyle/>
        <a:p>
          <a:endParaRPr lang="en-US"/>
        </a:p>
      </dgm:t>
    </dgm:pt>
    <dgm:pt modelId="{BB492A38-6FED-4ABD-A35A-D926B61E0EDC}">
      <dgm:prSet/>
      <dgm:spPr/>
      <dgm:t>
        <a:bodyPr/>
        <a:lstStyle/>
        <a:p>
          <a:r>
            <a:rPr lang="en-US" dirty="0" err="1"/>
            <a:t>service.impl</a:t>
          </a:r>
          <a:endParaRPr lang="en-US" dirty="0"/>
        </a:p>
      </dgm:t>
    </dgm:pt>
    <dgm:pt modelId="{0AF1B0FE-8EAE-4425-8254-85EBF0AF663A}" type="parTrans" cxnId="{90C1E303-42B2-40B7-9C20-421D19927232}">
      <dgm:prSet/>
      <dgm:spPr/>
      <dgm:t>
        <a:bodyPr/>
        <a:lstStyle/>
        <a:p>
          <a:endParaRPr lang="en-US"/>
        </a:p>
      </dgm:t>
    </dgm:pt>
    <dgm:pt modelId="{5BB182E2-310F-4BA0-BB00-1C7E7ED19F2B}" type="sibTrans" cxnId="{90C1E303-42B2-40B7-9C20-421D19927232}">
      <dgm:prSet/>
      <dgm:spPr/>
      <dgm:t>
        <a:bodyPr/>
        <a:lstStyle/>
        <a:p>
          <a:endParaRPr lang="en-US"/>
        </a:p>
      </dgm:t>
    </dgm:pt>
    <dgm:pt modelId="{296CFC91-FFFF-4032-8173-B126A0A967AE}">
      <dgm:prSet/>
      <dgm:spPr/>
      <dgm:t>
        <a:bodyPr/>
        <a:lstStyle/>
        <a:p>
          <a:r>
            <a:rPr lang="en-US" dirty="0"/>
            <a:t>repository</a:t>
          </a:r>
        </a:p>
      </dgm:t>
    </dgm:pt>
    <dgm:pt modelId="{5B9647E6-2629-471C-AAA9-4FA07F865B34}" type="parTrans" cxnId="{7A35BDA5-F957-4847-BF46-402C0EE52CC2}">
      <dgm:prSet/>
      <dgm:spPr/>
      <dgm:t>
        <a:bodyPr/>
        <a:lstStyle/>
        <a:p>
          <a:endParaRPr lang="en-US"/>
        </a:p>
      </dgm:t>
    </dgm:pt>
    <dgm:pt modelId="{7FF55D19-369F-4B56-A947-EA704D0F946A}" type="sibTrans" cxnId="{7A35BDA5-F957-4847-BF46-402C0EE52CC2}">
      <dgm:prSet/>
      <dgm:spPr/>
      <dgm:t>
        <a:bodyPr/>
        <a:lstStyle/>
        <a:p>
          <a:endParaRPr lang="en-US"/>
        </a:p>
      </dgm:t>
    </dgm:pt>
    <dgm:pt modelId="{87CDD7E2-73A1-4176-ACF0-A32E1635A26A}">
      <dgm:prSet/>
      <dgm:spPr/>
      <dgm:t>
        <a:bodyPr/>
        <a:lstStyle/>
        <a:p>
          <a:r>
            <a:rPr lang="en-US" dirty="0"/>
            <a:t>entity</a:t>
          </a:r>
        </a:p>
      </dgm:t>
    </dgm:pt>
    <dgm:pt modelId="{EDA3A968-64A3-49E2-9E43-3A29EA80C47E}" type="parTrans" cxnId="{C8B63E87-2FE9-4828-9C79-216FD2054D47}">
      <dgm:prSet/>
      <dgm:spPr/>
      <dgm:t>
        <a:bodyPr/>
        <a:lstStyle/>
        <a:p>
          <a:endParaRPr lang="en-US"/>
        </a:p>
      </dgm:t>
    </dgm:pt>
    <dgm:pt modelId="{DC01B288-70BB-400E-B0A9-D792DE89E34C}" type="sibTrans" cxnId="{C8B63E87-2FE9-4828-9C79-216FD2054D47}">
      <dgm:prSet/>
      <dgm:spPr/>
      <dgm:t>
        <a:bodyPr/>
        <a:lstStyle/>
        <a:p>
          <a:endParaRPr lang="en-US"/>
        </a:p>
      </dgm:t>
    </dgm:pt>
    <dgm:pt modelId="{076480E7-E0AD-41D6-8318-37152C4D7D09}">
      <dgm:prSet/>
      <dgm:spPr/>
      <dgm:t>
        <a:bodyPr/>
        <a:lstStyle/>
        <a:p>
          <a:r>
            <a:rPr lang="en-US" dirty="0"/>
            <a:t>config</a:t>
          </a:r>
        </a:p>
      </dgm:t>
    </dgm:pt>
    <dgm:pt modelId="{2B8D5846-6916-4FE0-8BBD-64186A7EE22E}" type="parTrans" cxnId="{30E119BC-DBEB-46DC-BFAC-4E9E8BAA8040}">
      <dgm:prSet/>
      <dgm:spPr/>
      <dgm:t>
        <a:bodyPr/>
        <a:lstStyle/>
        <a:p>
          <a:endParaRPr lang="en-US"/>
        </a:p>
      </dgm:t>
    </dgm:pt>
    <dgm:pt modelId="{AC891E6A-EF7B-4EC5-8C8A-8637C3DDC5BF}" type="sibTrans" cxnId="{30E119BC-DBEB-46DC-BFAC-4E9E8BAA8040}">
      <dgm:prSet/>
      <dgm:spPr/>
      <dgm:t>
        <a:bodyPr/>
        <a:lstStyle/>
        <a:p>
          <a:endParaRPr lang="en-US"/>
        </a:p>
      </dgm:t>
    </dgm:pt>
    <dgm:pt modelId="{E39082DF-8DED-4F2F-ADAF-5F5E973C581A}">
      <dgm:prSet/>
      <dgm:spPr/>
      <dgm:t>
        <a:bodyPr/>
        <a:lstStyle/>
        <a:p>
          <a:r>
            <a:rPr lang="en-US" dirty="0"/>
            <a:t>security</a:t>
          </a:r>
        </a:p>
      </dgm:t>
    </dgm:pt>
    <dgm:pt modelId="{EE5A29B7-63FD-4D95-BF86-923EE371B845}" type="parTrans" cxnId="{41F84FBF-8F9B-4FCD-8887-26F858AA6BE6}">
      <dgm:prSet/>
      <dgm:spPr/>
      <dgm:t>
        <a:bodyPr/>
        <a:lstStyle/>
        <a:p>
          <a:endParaRPr lang="en-US"/>
        </a:p>
      </dgm:t>
    </dgm:pt>
    <dgm:pt modelId="{6177BF5B-34E6-4EBB-A378-4B9491A5C28E}" type="sibTrans" cxnId="{41F84FBF-8F9B-4FCD-8887-26F858AA6BE6}">
      <dgm:prSet/>
      <dgm:spPr/>
      <dgm:t>
        <a:bodyPr/>
        <a:lstStyle/>
        <a:p>
          <a:endParaRPr lang="en-US"/>
        </a:p>
      </dgm:t>
    </dgm:pt>
    <dgm:pt modelId="{49B083F4-A05F-476C-ADDF-407D1BC18AA1}">
      <dgm:prSet/>
      <dgm:spPr/>
      <dgm:t>
        <a:bodyPr/>
        <a:lstStyle/>
        <a:p>
          <a:r>
            <a:rPr lang="en-US" dirty="0"/>
            <a:t>exception</a:t>
          </a:r>
        </a:p>
      </dgm:t>
    </dgm:pt>
    <dgm:pt modelId="{F8CDEEE5-D09C-4BAE-9551-591A5645CF60}" type="parTrans" cxnId="{EC7229F9-0041-46D8-8627-7773B9DE8972}">
      <dgm:prSet/>
      <dgm:spPr/>
      <dgm:t>
        <a:bodyPr/>
        <a:lstStyle/>
        <a:p>
          <a:endParaRPr lang="en-US"/>
        </a:p>
      </dgm:t>
    </dgm:pt>
    <dgm:pt modelId="{957BEA40-1844-4A4B-B755-87A9F5DA4C57}" type="sibTrans" cxnId="{EC7229F9-0041-46D8-8627-7773B9DE8972}">
      <dgm:prSet/>
      <dgm:spPr/>
      <dgm:t>
        <a:bodyPr/>
        <a:lstStyle/>
        <a:p>
          <a:endParaRPr lang="en-US"/>
        </a:p>
      </dgm:t>
    </dgm:pt>
    <dgm:pt modelId="{8DDEDE6E-4C74-45DD-9918-94D38818C5DE}" type="pres">
      <dgm:prSet presAssocID="{A0501EA3-4AE2-40BD-8C2D-1D02D45038EA}" presName="diagram" presStyleCnt="0">
        <dgm:presLayoutVars>
          <dgm:dir/>
          <dgm:resizeHandles val="exact"/>
        </dgm:presLayoutVars>
      </dgm:prSet>
      <dgm:spPr/>
    </dgm:pt>
    <dgm:pt modelId="{13D8FB2E-F607-49C6-B441-A2332FC568DD}" type="pres">
      <dgm:prSet presAssocID="{C482F247-FC99-45B7-BD5B-DCB9057AF91D}" presName="node" presStyleLbl="node1" presStyleIdx="0" presStyleCnt="9">
        <dgm:presLayoutVars>
          <dgm:bulletEnabled val="1"/>
        </dgm:presLayoutVars>
      </dgm:prSet>
      <dgm:spPr/>
    </dgm:pt>
    <dgm:pt modelId="{83EA8CB0-5467-43DE-9708-8DD1E076A23C}" type="pres">
      <dgm:prSet presAssocID="{FDBB7050-8839-4246-A2C8-1DD6151DE7CD}" presName="sibTrans" presStyleCnt="0"/>
      <dgm:spPr/>
    </dgm:pt>
    <dgm:pt modelId="{81CF0CDC-D4D1-4F99-A49C-FA8E3D7E8171}" type="pres">
      <dgm:prSet presAssocID="{1CCC3281-E9D2-4960-856D-7D04C74A190D}" presName="node" presStyleLbl="node1" presStyleIdx="1" presStyleCnt="9">
        <dgm:presLayoutVars>
          <dgm:bulletEnabled val="1"/>
        </dgm:presLayoutVars>
      </dgm:prSet>
      <dgm:spPr/>
    </dgm:pt>
    <dgm:pt modelId="{9DB8CB26-B735-460B-B076-14E642703CEA}" type="pres">
      <dgm:prSet presAssocID="{CF6FCFC6-2D4B-428E-9A75-0CE8DAFF8680}" presName="sibTrans" presStyleCnt="0"/>
      <dgm:spPr/>
    </dgm:pt>
    <dgm:pt modelId="{F4DAD881-B5E2-4388-8F6B-C58A7D752B6B}" type="pres">
      <dgm:prSet presAssocID="{37B8B6D8-AC25-4800-8952-24789FBD6F67}" presName="node" presStyleLbl="node1" presStyleIdx="2" presStyleCnt="9">
        <dgm:presLayoutVars>
          <dgm:bulletEnabled val="1"/>
        </dgm:presLayoutVars>
      </dgm:prSet>
      <dgm:spPr/>
    </dgm:pt>
    <dgm:pt modelId="{86CDE901-0B35-49A5-8B5A-1829078D5031}" type="pres">
      <dgm:prSet presAssocID="{77EBE9FA-380B-42FC-909A-4D8361785AAD}" presName="sibTrans" presStyleCnt="0"/>
      <dgm:spPr/>
    </dgm:pt>
    <dgm:pt modelId="{E6DD16BE-9D88-435D-A1BF-24493CD8817D}" type="pres">
      <dgm:prSet presAssocID="{BB492A38-6FED-4ABD-A35A-D926B61E0EDC}" presName="node" presStyleLbl="node1" presStyleIdx="3" presStyleCnt="9">
        <dgm:presLayoutVars>
          <dgm:bulletEnabled val="1"/>
        </dgm:presLayoutVars>
      </dgm:prSet>
      <dgm:spPr/>
    </dgm:pt>
    <dgm:pt modelId="{D289FCCB-118A-4E06-8EF2-F582501A498D}" type="pres">
      <dgm:prSet presAssocID="{5BB182E2-310F-4BA0-BB00-1C7E7ED19F2B}" presName="sibTrans" presStyleCnt="0"/>
      <dgm:spPr/>
    </dgm:pt>
    <dgm:pt modelId="{1D283D39-DD81-475B-BE0A-3ECEE21C4B25}" type="pres">
      <dgm:prSet presAssocID="{296CFC91-FFFF-4032-8173-B126A0A967AE}" presName="node" presStyleLbl="node1" presStyleIdx="4" presStyleCnt="9">
        <dgm:presLayoutVars>
          <dgm:bulletEnabled val="1"/>
        </dgm:presLayoutVars>
      </dgm:prSet>
      <dgm:spPr/>
    </dgm:pt>
    <dgm:pt modelId="{2DCB5C48-5DE6-4A88-8624-F5A235B2DBFA}" type="pres">
      <dgm:prSet presAssocID="{7FF55D19-369F-4B56-A947-EA704D0F946A}" presName="sibTrans" presStyleCnt="0"/>
      <dgm:spPr/>
    </dgm:pt>
    <dgm:pt modelId="{BB288685-C95B-4A19-85DA-F8CA4633B97D}" type="pres">
      <dgm:prSet presAssocID="{87CDD7E2-73A1-4176-ACF0-A32E1635A26A}" presName="node" presStyleLbl="node1" presStyleIdx="5" presStyleCnt="9">
        <dgm:presLayoutVars>
          <dgm:bulletEnabled val="1"/>
        </dgm:presLayoutVars>
      </dgm:prSet>
      <dgm:spPr/>
    </dgm:pt>
    <dgm:pt modelId="{D4B9F6CA-DC82-415A-9231-CA41C4D84074}" type="pres">
      <dgm:prSet presAssocID="{DC01B288-70BB-400E-B0A9-D792DE89E34C}" presName="sibTrans" presStyleCnt="0"/>
      <dgm:spPr/>
    </dgm:pt>
    <dgm:pt modelId="{CD7507E8-1293-4971-8916-2D2B899B2046}" type="pres">
      <dgm:prSet presAssocID="{076480E7-E0AD-41D6-8318-37152C4D7D09}" presName="node" presStyleLbl="node1" presStyleIdx="6" presStyleCnt="9">
        <dgm:presLayoutVars>
          <dgm:bulletEnabled val="1"/>
        </dgm:presLayoutVars>
      </dgm:prSet>
      <dgm:spPr/>
    </dgm:pt>
    <dgm:pt modelId="{4FDFEBDD-DE3E-46A8-AD0E-6B752130331D}" type="pres">
      <dgm:prSet presAssocID="{AC891E6A-EF7B-4EC5-8C8A-8637C3DDC5BF}" presName="sibTrans" presStyleCnt="0"/>
      <dgm:spPr/>
    </dgm:pt>
    <dgm:pt modelId="{FD7B88DA-5DD2-4F22-8BD1-53C73F6D2BBA}" type="pres">
      <dgm:prSet presAssocID="{E39082DF-8DED-4F2F-ADAF-5F5E973C581A}" presName="node" presStyleLbl="node1" presStyleIdx="7" presStyleCnt="9">
        <dgm:presLayoutVars>
          <dgm:bulletEnabled val="1"/>
        </dgm:presLayoutVars>
      </dgm:prSet>
      <dgm:spPr/>
    </dgm:pt>
    <dgm:pt modelId="{4578211E-272F-4953-BF15-7213AB70BAFE}" type="pres">
      <dgm:prSet presAssocID="{6177BF5B-34E6-4EBB-A378-4B9491A5C28E}" presName="sibTrans" presStyleCnt="0"/>
      <dgm:spPr/>
    </dgm:pt>
    <dgm:pt modelId="{A7F93C2E-49D2-4990-8AA1-5D8EDFDD2316}" type="pres">
      <dgm:prSet presAssocID="{49B083F4-A05F-476C-ADDF-407D1BC18AA1}" presName="node" presStyleLbl="node1" presStyleIdx="8" presStyleCnt="9">
        <dgm:presLayoutVars>
          <dgm:bulletEnabled val="1"/>
        </dgm:presLayoutVars>
      </dgm:prSet>
      <dgm:spPr/>
    </dgm:pt>
  </dgm:ptLst>
  <dgm:cxnLst>
    <dgm:cxn modelId="{90C1E303-42B2-40B7-9C20-421D19927232}" srcId="{A0501EA3-4AE2-40BD-8C2D-1D02D45038EA}" destId="{BB492A38-6FED-4ABD-A35A-D926B61E0EDC}" srcOrd="3" destOrd="0" parTransId="{0AF1B0FE-8EAE-4425-8254-85EBF0AF663A}" sibTransId="{5BB182E2-310F-4BA0-BB00-1C7E7ED19F2B}"/>
    <dgm:cxn modelId="{3ACC3943-9522-49B0-B1D4-30DCF617C721}" type="presOf" srcId="{C482F247-FC99-45B7-BD5B-DCB9057AF91D}" destId="{13D8FB2E-F607-49C6-B441-A2332FC568DD}" srcOrd="0" destOrd="0" presId="urn:microsoft.com/office/officeart/2005/8/layout/default"/>
    <dgm:cxn modelId="{200FCF4D-40D8-4C36-8925-F240DA34A0AE}" type="presOf" srcId="{37B8B6D8-AC25-4800-8952-24789FBD6F67}" destId="{F4DAD881-B5E2-4388-8F6B-C58A7D752B6B}" srcOrd="0" destOrd="0" presId="urn:microsoft.com/office/officeart/2005/8/layout/default"/>
    <dgm:cxn modelId="{56ACEE6E-802C-402D-9CE9-BCD6E4F2A0AA}" type="presOf" srcId="{49B083F4-A05F-476C-ADDF-407D1BC18AA1}" destId="{A7F93C2E-49D2-4990-8AA1-5D8EDFDD2316}" srcOrd="0" destOrd="0" presId="urn:microsoft.com/office/officeart/2005/8/layout/default"/>
    <dgm:cxn modelId="{986CA271-0771-49B0-AB56-9B5F0D53C88B}" srcId="{A0501EA3-4AE2-40BD-8C2D-1D02D45038EA}" destId="{C482F247-FC99-45B7-BD5B-DCB9057AF91D}" srcOrd="0" destOrd="0" parTransId="{CBB98F8D-24FF-422F-8023-FD0C0D6906D0}" sibTransId="{FDBB7050-8839-4246-A2C8-1DD6151DE7CD}"/>
    <dgm:cxn modelId="{6120AC82-C9F1-4A70-9EDA-6A2707D1EFAD}" type="presOf" srcId="{BB492A38-6FED-4ABD-A35A-D926B61E0EDC}" destId="{E6DD16BE-9D88-435D-A1BF-24493CD8817D}" srcOrd="0" destOrd="0" presId="urn:microsoft.com/office/officeart/2005/8/layout/default"/>
    <dgm:cxn modelId="{AA25CD82-B384-46E4-94A1-A8FE9A5E530F}" type="presOf" srcId="{A0501EA3-4AE2-40BD-8C2D-1D02D45038EA}" destId="{8DDEDE6E-4C74-45DD-9918-94D38818C5DE}" srcOrd="0" destOrd="0" presId="urn:microsoft.com/office/officeart/2005/8/layout/default"/>
    <dgm:cxn modelId="{C8B63E87-2FE9-4828-9C79-216FD2054D47}" srcId="{A0501EA3-4AE2-40BD-8C2D-1D02D45038EA}" destId="{87CDD7E2-73A1-4176-ACF0-A32E1635A26A}" srcOrd="5" destOrd="0" parTransId="{EDA3A968-64A3-49E2-9E43-3A29EA80C47E}" sibTransId="{DC01B288-70BB-400E-B0A9-D792DE89E34C}"/>
    <dgm:cxn modelId="{63CFCF87-2F2C-4FD3-A1DC-07DB960CE25A}" type="presOf" srcId="{076480E7-E0AD-41D6-8318-37152C4D7D09}" destId="{CD7507E8-1293-4971-8916-2D2B899B2046}" srcOrd="0" destOrd="0" presId="urn:microsoft.com/office/officeart/2005/8/layout/default"/>
    <dgm:cxn modelId="{0C2FC896-1B3B-4926-9962-C21531B20BE5}" type="presOf" srcId="{1CCC3281-E9D2-4960-856D-7D04C74A190D}" destId="{81CF0CDC-D4D1-4F99-A49C-FA8E3D7E8171}" srcOrd="0" destOrd="0" presId="urn:microsoft.com/office/officeart/2005/8/layout/default"/>
    <dgm:cxn modelId="{B08C599A-9E9A-4343-B119-F614C04C57A6}" type="presOf" srcId="{E39082DF-8DED-4F2F-ADAF-5F5E973C581A}" destId="{FD7B88DA-5DD2-4F22-8BD1-53C73F6D2BBA}" srcOrd="0" destOrd="0" presId="urn:microsoft.com/office/officeart/2005/8/layout/default"/>
    <dgm:cxn modelId="{7A35BDA5-F957-4847-BF46-402C0EE52CC2}" srcId="{A0501EA3-4AE2-40BD-8C2D-1D02D45038EA}" destId="{296CFC91-FFFF-4032-8173-B126A0A967AE}" srcOrd="4" destOrd="0" parTransId="{5B9647E6-2629-471C-AAA9-4FA07F865B34}" sibTransId="{7FF55D19-369F-4B56-A947-EA704D0F946A}"/>
    <dgm:cxn modelId="{30E119BC-DBEB-46DC-BFAC-4E9E8BAA8040}" srcId="{A0501EA3-4AE2-40BD-8C2D-1D02D45038EA}" destId="{076480E7-E0AD-41D6-8318-37152C4D7D09}" srcOrd="6" destOrd="0" parTransId="{2B8D5846-6916-4FE0-8BBD-64186A7EE22E}" sibTransId="{AC891E6A-EF7B-4EC5-8C8A-8637C3DDC5BF}"/>
    <dgm:cxn modelId="{CA44B9BD-9182-4993-8768-FC6EAA096D72}" srcId="{A0501EA3-4AE2-40BD-8C2D-1D02D45038EA}" destId="{1CCC3281-E9D2-4960-856D-7D04C74A190D}" srcOrd="1" destOrd="0" parTransId="{68E4B227-B5FB-4E0A-8DF9-A3446EE80085}" sibTransId="{CF6FCFC6-2D4B-428E-9A75-0CE8DAFF8680}"/>
    <dgm:cxn modelId="{41F84FBF-8F9B-4FCD-8887-26F858AA6BE6}" srcId="{A0501EA3-4AE2-40BD-8C2D-1D02D45038EA}" destId="{E39082DF-8DED-4F2F-ADAF-5F5E973C581A}" srcOrd="7" destOrd="0" parTransId="{EE5A29B7-63FD-4D95-BF86-923EE371B845}" sibTransId="{6177BF5B-34E6-4EBB-A378-4B9491A5C28E}"/>
    <dgm:cxn modelId="{CCADA0C0-B474-478E-8AE6-D6AF65D2D79C}" type="presOf" srcId="{296CFC91-FFFF-4032-8173-B126A0A967AE}" destId="{1D283D39-DD81-475B-BE0A-3ECEE21C4B25}" srcOrd="0" destOrd="0" presId="urn:microsoft.com/office/officeart/2005/8/layout/default"/>
    <dgm:cxn modelId="{60BA24ED-B396-46D2-B6EB-6122F51C0AD0}" type="presOf" srcId="{87CDD7E2-73A1-4176-ACF0-A32E1635A26A}" destId="{BB288685-C95B-4A19-85DA-F8CA4633B97D}" srcOrd="0" destOrd="0" presId="urn:microsoft.com/office/officeart/2005/8/layout/default"/>
    <dgm:cxn modelId="{836161F3-D2CD-4497-B582-308E36CA1EF7}" srcId="{A0501EA3-4AE2-40BD-8C2D-1D02D45038EA}" destId="{37B8B6D8-AC25-4800-8952-24789FBD6F67}" srcOrd="2" destOrd="0" parTransId="{370AAB49-DE1A-48C3-B68E-865EE6EAC826}" sibTransId="{77EBE9FA-380B-42FC-909A-4D8361785AAD}"/>
    <dgm:cxn modelId="{EC7229F9-0041-46D8-8627-7773B9DE8972}" srcId="{A0501EA3-4AE2-40BD-8C2D-1D02D45038EA}" destId="{49B083F4-A05F-476C-ADDF-407D1BC18AA1}" srcOrd="8" destOrd="0" parTransId="{F8CDEEE5-D09C-4BAE-9551-591A5645CF60}" sibTransId="{957BEA40-1844-4A4B-B755-87A9F5DA4C57}"/>
    <dgm:cxn modelId="{40BB7E98-6166-44C4-92C4-4F67C0FA985D}" type="presParOf" srcId="{8DDEDE6E-4C74-45DD-9918-94D38818C5DE}" destId="{13D8FB2E-F607-49C6-B441-A2332FC568DD}" srcOrd="0" destOrd="0" presId="urn:microsoft.com/office/officeart/2005/8/layout/default"/>
    <dgm:cxn modelId="{02CF738F-BFEA-4107-9CF2-9E1C9771E445}" type="presParOf" srcId="{8DDEDE6E-4C74-45DD-9918-94D38818C5DE}" destId="{83EA8CB0-5467-43DE-9708-8DD1E076A23C}" srcOrd="1" destOrd="0" presId="urn:microsoft.com/office/officeart/2005/8/layout/default"/>
    <dgm:cxn modelId="{5D774727-7FDF-473D-9B63-DF74D369979F}" type="presParOf" srcId="{8DDEDE6E-4C74-45DD-9918-94D38818C5DE}" destId="{81CF0CDC-D4D1-4F99-A49C-FA8E3D7E8171}" srcOrd="2" destOrd="0" presId="urn:microsoft.com/office/officeart/2005/8/layout/default"/>
    <dgm:cxn modelId="{49F67924-D857-4C8A-9CAE-8E6FA92EA5B9}" type="presParOf" srcId="{8DDEDE6E-4C74-45DD-9918-94D38818C5DE}" destId="{9DB8CB26-B735-460B-B076-14E642703CEA}" srcOrd="3" destOrd="0" presId="urn:microsoft.com/office/officeart/2005/8/layout/default"/>
    <dgm:cxn modelId="{8AC9704C-A56A-40EB-A322-42C281DBEF22}" type="presParOf" srcId="{8DDEDE6E-4C74-45DD-9918-94D38818C5DE}" destId="{F4DAD881-B5E2-4388-8F6B-C58A7D752B6B}" srcOrd="4" destOrd="0" presId="urn:microsoft.com/office/officeart/2005/8/layout/default"/>
    <dgm:cxn modelId="{1411FFB4-6886-42E6-BDFC-B4044864E44E}" type="presParOf" srcId="{8DDEDE6E-4C74-45DD-9918-94D38818C5DE}" destId="{86CDE901-0B35-49A5-8B5A-1829078D5031}" srcOrd="5" destOrd="0" presId="urn:microsoft.com/office/officeart/2005/8/layout/default"/>
    <dgm:cxn modelId="{6EA049FA-A602-4D74-B26E-BCB24BD9EA32}" type="presParOf" srcId="{8DDEDE6E-4C74-45DD-9918-94D38818C5DE}" destId="{E6DD16BE-9D88-435D-A1BF-24493CD8817D}" srcOrd="6" destOrd="0" presId="urn:microsoft.com/office/officeart/2005/8/layout/default"/>
    <dgm:cxn modelId="{3829852E-D56A-41A4-946D-175598E28755}" type="presParOf" srcId="{8DDEDE6E-4C74-45DD-9918-94D38818C5DE}" destId="{D289FCCB-118A-4E06-8EF2-F582501A498D}" srcOrd="7" destOrd="0" presId="urn:microsoft.com/office/officeart/2005/8/layout/default"/>
    <dgm:cxn modelId="{59A186F3-1059-4AFF-A807-EA51A826A50B}" type="presParOf" srcId="{8DDEDE6E-4C74-45DD-9918-94D38818C5DE}" destId="{1D283D39-DD81-475B-BE0A-3ECEE21C4B25}" srcOrd="8" destOrd="0" presId="urn:microsoft.com/office/officeart/2005/8/layout/default"/>
    <dgm:cxn modelId="{D2528916-4A2F-42BF-A5FC-7D0214D40923}" type="presParOf" srcId="{8DDEDE6E-4C74-45DD-9918-94D38818C5DE}" destId="{2DCB5C48-5DE6-4A88-8624-F5A235B2DBFA}" srcOrd="9" destOrd="0" presId="urn:microsoft.com/office/officeart/2005/8/layout/default"/>
    <dgm:cxn modelId="{30F15F6B-0812-43A4-89E5-FB4D115CA5CB}" type="presParOf" srcId="{8DDEDE6E-4C74-45DD-9918-94D38818C5DE}" destId="{BB288685-C95B-4A19-85DA-F8CA4633B97D}" srcOrd="10" destOrd="0" presId="urn:microsoft.com/office/officeart/2005/8/layout/default"/>
    <dgm:cxn modelId="{11AC884B-7B28-4661-BF8D-37260085229A}" type="presParOf" srcId="{8DDEDE6E-4C74-45DD-9918-94D38818C5DE}" destId="{D4B9F6CA-DC82-415A-9231-CA41C4D84074}" srcOrd="11" destOrd="0" presId="urn:microsoft.com/office/officeart/2005/8/layout/default"/>
    <dgm:cxn modelId="{CD179C60-F36E-4193-8D27-D52242C7BAA1}" type="presParOf" srcId="{8DDEDE6E-4C74-45DD-9918-94D38818C5DE}" destId="{CD7507E8-1293-4971-8916-2D2B899B2046}" srcOrd="12" destOrd="0" presId="urn:microsoft.com/office/officeart/2005/8/layout/default"/>
    <dgm:cxn modelId="{1A243D66-4E36-4C87-A217-735268AC91BE}" type="presParOf" srcId="{8DDEDE6E-4C74-45DD-9918-94D38818C5DE}" destId="{4FDFEBDD-DE3E-46A8-AD0E-6B752130331D}" srcOrd="13" destOrd="0" presId="urn:microsoft.com/office/officeart/2005/8/layout/default"/>
    <dgm:cxn modelId="{E55CF30C-09C4-4ACF-BCA5-E52DA20F2999}" type="presParOf" srcId="{8DDEDE6E-4C74-45DD-9918-94D38818C5DE}" destId="{FD7B88DA-5DD2-4F22-8BD1-53C73F6D2BBA}" srcOrd="14" destOrd="0" presId="urn:microsoft.com/office/officeart/2005/8/layout/default"/>
    <dgm:cxn modelId="{FA4A3694-E900-4BDA-9DBE-3140BB3DE160}" type="presParOf" srcId="{8DDEDE6E-4C74-45DD-9918-94D38818C5DE}" destId="{4578211E-272F-4953-BF15-7213AB70BAFE}" srcOrd="15" destOrd="0" presId="urn:microsoft.com/office/officeart/2005/8/layout/default"/>
    <dgm:cxn modelId="{1B523CF0-989A-4DDB-914C-FDB6FD2415E3}" type="presParOf" srcId="{8DDEDE6E-4C74-45DD-9918-94D38818C5DE}" destId="{A7F93C2E-49D2-4990-8AA1-5D8EDFDD2316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70DF16-D4FF-4861-B926-FB1E1F17C6E8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F1A10A-A7D5-4B00-9383-42E35CF65D1E}">
      <dgm:prSet/>
      <dgm:spPr/>
      <dgm:t>
        <a:bodyPr/>
        <a:lstStyle/>
        <a:p>
          <a:r>
            <a:rPr lang="en-US"/>
            <a:t>User(id,name,email,password,role)</a:t>
          </a:r>
        </a:p>
      </dgm:t>
    </dgm:pt>
    <dgm:pt modelId="{FAF46E6A-9301-408F-9CED-B3B53F9316ED}" type="parTrans" cxnId="{E0240ACD-416C-41FE-A844-7F06D3AD85CE}">
      <dgm:prSet/>
      <dgm:spPr/>
      <dgm:t>
        <a:bodyPr/>
        <a:lstStyle/>
        <a:p>
          <a:endParaRPr lang="en-US"/>
        </a:p>
      </dgm:t>
    </dgm:pt>
    <dgm:pt modelId="{2C4EECA1-959C-4C4A-A2BF-D4FC94958953}" type="sibTrans" cxnId="{E0240ACD-416C-41FE-A844-7F06D3AD85CE}">
      <dgm:prSet/>
      <dgm:spPr/>
      <dgm:t>
        <a:bodyPr/>
        <a:lstStyle/>
        <a:p>
          <a:endParaRPr lang="en-US"/>
        </a:p>
      </dgm:t>
    </dgm:pt>
    <dgm:pt modelId="{45025676-C429-4750-AB03-37C21E457D4C}">
      <dgm:prSet/>
      <dgm:spPr/>
      <dgm:t>
        <a:bodyPr/>
        <a:lstStyle/>
        <a:p>
          <a:r>
            <a:rPr lang="en-US"/>
            <a:t>Product(id,name,description,price,stock,imageUrl)</a:t>
          </a:r>
        </a:p>
      </dgm:t>
    </dgm:pt>
    <dgm:pt modelId="{D204E528-E863-40D7-BB93-BE25DA6BFBF2}" type="parTrans" cxnId="{E135E95D-C7BF-41F5-9542-B3F9F73B5751}">
      <dgm:prSet/>
      <dgm:spPr/>
      <dgm:t>
        <a:bodyPr/>
        <a:lstStyle/>
        <a:p>
          <a:endParaRPr lang="en-US"/>
        </a:p>
      </dgm:t>
    </dgm:pt>
    <dgm:pt modelId="{848EE897-4E31-4B39-939F-FAF84CABD290}" type="sibTrans" cxnId="{E135E95D-C7BF-41F5-9542-B3F9F73B5751}">
      <dgm:prSet/>
      <dgm:spPr/>
      <dgm:t>
        <a:bodyPr/>
        <a:lstStyle/>
        <a:p>
          <a:endParaRPr lang="en-US"/>
        </a:p>
      </dgm:t>
    </dgm:pt>
    <dgm:pt modelId="{9C06F26F-47DF-4E13-8042-21B37011D7E5}">
      <dgm:prSet/>
      <dgm:spPr/>
      <dgm:t>
        <a:bodyPr/>
        <a:lstStyle/>
        <a:p>
          <a:r>
            <a:rPr lang="en-US"/>
            <a:t>Order(id,user,totalAmount,status)</a:t>
          </a:r>
        </a:p>
      </dgm:t>
    </dgm:pt>
    <dgm:pt modelId="{F33AE2F7-6EC6-4E0C-8212-E02E4042C287}" type="parTrans" cxnId="{6BA27DDF-6E14-499F-AD13-52876DF89BCE}">
      <dgm:prSet/>
      <dgm:spPr/>
      <dgm:t>
        <a:bodyPr/>
        <a:lstStyle/>
        <a:p>
          <a:endParaRPr lang="en-US"/>
        </a:p>
      </dgm:t>
    </dgm:pt>
    <dgm:pt modelId="{268A11EB-0000-4BDA-8925-94D647BE6036}" type="sibTrans" cxnId="{6BA27DDF-6E14-499F-AD13-52876DF89BCE}">
      <dgm:prSet/>
      <dgm:spPr/>
      <dgm:t>
        <a:bodyPr/>
        <a:lstStyle/>
        <a:p>
          <a:endParaRPr lang="en-US"/>
        </a:p>
      </dgm:t>
    </dgm:pt>
    <dgm:pt modelId="{1BC866B2-747D-480F-B46C-BD6134AAFF2A}">
      <dgm:prSet/>
      <dgm:spPr/>
      <dgm:t>
        <a:bodyPr/>
        <a:lstStyle/>
        <a:p>
          <a:r>
            <a:rPr lang="en-US"/>
            <a:t>OrderItem(id,order,product,qty,price)</a:t>
          </a:r>
        </a:p>
      </dgm:t>
    </dgm:pt>
    <dgm:pt modelId="{A38280DD-5C22-402E-A181-1FA19CB51C8D}" type="parTrans" cxnId="{39F38A35-D40D-4C73-983A-3B6864D47A16}">
      <dgm:prSet/>
      <dgm:spPr/>
      <dgm:t>
        <a:bodyPr/>
        <a:lstStyle/>
        <a:p>
          <a:endParaRPr lang="en-US"/>
        </a:p>
      </dgm:t>
    </dgm:pt>
    <dgm:pt modelId="{708591A0-AA4E-4563-80DE-8D4F0823EB2F}" type="sibTrans" cxnId="{39F38A35-D40D-4C73-983A-3B6864D47A16}">
      <dgm:prSet/>
      <dgm:spPr/>
      <dgm:t>
        <a:bodyPr/>
        <a:lstStyle/>
        <a:p>
          <a:endParaRPr lang="en-US"/>
        </a:p>
      </dgm:t>
    </dgm:pt>
    <dgm:pt modelId="{25E262C5-A62A-4CD8-982B-8E5B488E30A1}">
      <dgm:prSet/>
      <dgm:spPr/>
      <dgm:t>
        <a:bodyPr/>
        <a:lstStyle/>
        <a:p>
          <a:r>
            <a:rPr lang="en-US"/>
            <a:t>Cart(id,user)</a:t>
          </a:r>
        </a:p>
      </dgm:t>
    </dgm:pt>
    <dgm:pt modelId="{CC7DD341-18DE-436C-B120-111EFA1DB2CD}" type="parTrans" cxnId="{0518A62B-98B4-4E63-8255-31B79AF0065B}">
      <dgm:prSet/>
      <dgm:spPr/>
      <dgm:t>
        <a:bodyPr/>
        <a:lstStyle/>
        <a:p>
          <a:endParaRPr lang="en-US"/>
        </a:p>
      </dgm:t>
    </dgm:pt>
    <dgm:pt modelId="{37A30B80-749C-469A-A10E-4459C0D83446}" type="sibTrans" cxnId="{0518A62B-98B4-4E63-8255-31B79AF0065B}">
      <dgm:prSet/>
      <dgm:spPr/>
      <dgm:t>
        <a:bodyPr/>
        <a:lstStyle/>
        <a:p>
          <a:endParaRPr lang="en-US"/>
        </a:p>
      </dgm:t>
    </dgm:pt>
    <dgm:pt modelId="{E5ACD21C-0FCE-4497-A15D-07246E59AED1}">
      <dgm:prSet/>
      <dgm:spPr/>
      <dgm:t>
        <a:bodyPr/>
        <a:lstStyle/>
        <a:p>
          <a:r>
            <a:rPr lang="en-US"/>
            <a:t>CartItem(id,cart,product,qty)</a:t>
          </a:r>
        </a:p>
      </dgm:t>
    </dgm:pt>
    <dgm:pt modelId="{424C7309-A718-4400-9F03-EF5DD5DFCB1A}" type="parTrans" cxnId="{89D7B904-1FF5-4C39-B58E-F9ECD9A26BDB}">
      <dgm:prSet/>
      <dgm:spPr/>
      <dgm:t>
        <a:bodyPr/>
        <a:lstStyle/>
        <a:p>
          <a:endParaRPr lang="en-US"/>
        </a:p>
      </dgm:t>
    </dgm:pt>
    <dgm:pt modelId="{42415206-F57F-44F6-95CC-19EC4755C350}" type="sibTrans" cxnId="{89D7B904-1FF5-4C39-B58E-F9ECD9A26BDB}">
      <dgm:prSet/>
      <dgm:spPr/>
      <dgm:t>
        <a:bodyPr/>
        <a:lstStyle/>
        <a:p>
          <a:endParaRPr lang="en-US"/>
        </a:p>
      </dgm:t>
    </dgm:pt>
    <dgm:pt modelId="{FEF98E8D-017C-49F2-8CA4-5FBC99FBDAD1}" type="pres">
      <dgm:prSet presAssocID="{3E70DF16-D4FF-4861-B926-FB1E1F17C6E8}" presName="vert0" presStyleCnt="0">
        <dgm:presLayoutVars>
          <dgm:dir/>
          <dgm:animOne val="branch"/>
          <dgm:animLvl val="lvl"/>
        </dgm:presLayoutVars>
      </dgm:prSet>
      <dgm:spPr/>
    </dgm:pt>
    <dgm:pt modelId="{E286D0BD-4442-446C-94A5-8A4554F9406A}" type="pres">
      <dgm:prSet presAssocID="{2AF1A10A-A7D5-4B00-9383-42E35CF65D1E}" presName="thickLine" presStyleLbl="alignNode1" presStyleIdx="0" presStyleCnt="6"/>
      <dgm:spPr/>
    </dgm:pt>
    <dgm:pt modelId="{182911CA-524D-4A48-8B04-FBAE1BB2CBB4}" type="pres">
      <dgm:prSet presAssocID="{2AF1A10A-A7D5-4B00-9383-42E35CF65D1E}" presName="horz1" presStyleCnt="0"/>
      <dgm:spPr/>
    </dgm:pt>
    <dgm:pt modelId="{E486555B-9D1E-40D2-8F05-D2E304D1F0F3}" type="pres">
      <dgm:prSet presAssocID="{2AF1A10A-A7D5-4B00-9383-42E35CF65D1E}" presName="tx1" presStyleLbl="revTx" presStyleIdx="0" presStyleCnt="6"/>
      <dgm:spPr/>
    </dgm:pt>
    <dgm:pt modelId="{BE793FF5-3DC2-45B5-9920-9CED83D9813D}" type="pres">
      <dgm:prSet presAssocID="{2AF1A10A-A7D5-4B00-9383-42E35CF65D1E}" presName="vert1" presStyleCnt="0"/>
      <dgm:spPr/>
    </dgm:pt>
    <dgm:pt modelId="{169C567E-6CC8-42AA-8152-10F5BE352467}" type="pres">
      <dgm:prSet presAssocID="{45025676-C429-4750-AB03-37C21E457D4C}" presName="thickLine" presStyleLbl="alignNode1" presStyleIdx="1" presStyleCnt="6"/>
      <dgm:spPr/>
    </dgm:pt>
    <dgm:pt modelId="{F5E5E554-8E56-4F0E-BD28-B42DEABB842E}" type="pres">
      <dgm:prSet presAssocID="{45025676-C429-4750-AB03-37C21E457D4C}" presName="horz1" presStyleCnt="0"/>
      <dgm:spPr/>
    </dgm:pt>
    <dgm:pt modelId="{897D99A4-C3DE-4A6F-8E86-16EF74198F2B}" type="pres">
      <dgm:prSet presAssocID="{45025676-C429-4750-AB03-37C21E457D4C}" presName="tx1" presStyleLbl="revTx" presStyleIdx="1" presStyleCnt="6"/>
      <dgm:spPr/>
    </dgm:pt>
    <dgm:pt modelId="{097D8B3A-638B-4D60-81F0-BA2E1E91FBCB}" type="pres">
      <dgm:prSet presAssocID="{45025676-C429-4750-AB03-37C21E457D4C}" presName="vert1" presStyleCnt="0"/>
      <dgm:spPr/>
    </dgm:pt>
    <dgm:pt modelId="{07DE20B2-5ACB-41C0-A3DE-D6046D6A0C7B}" type="pres">
      <dgm:prSet presAssocID="{9C06F26F-47DF-4E13-8042-21B37011D7E5}" presName="thickLine" presStyleLbl="alignNode1" presStyleIdx="2" presStyleCnt="6"/>
      <dgm:spPr/>
    </dgm:pt>
    <dgm:pt modelId="{379C6363-57C0-4AE5-A95A-8370F78EF467}" type="pres">
      <dgm:prSet presAssocID="{9C06F26F-47DF-4E13-8042-21B37011D7E5}" presName="horz1" presStyleCnt="0"/>
      <dgm:spPr/>
    </dgm:pt>
    <dgm:pt modelId="{57E7217F-6301-4669-B7CC-A8EA2884E916}" type="pres">
      <dgm:prSet presAssocID="{9C06F26F-47DF-4E13-8042-21B37011D7E5}" presName="tx1" presStyleLbl="revTx" presStyleIdx="2" presStyleCnt="6"/>
      <dgm:spPr/>
    </dgm:pt>
    <dgm:pt modelId="{F7F0CC9F-E0FB-4E2A-98F4-B18DD3F8962A}" type="pres">
      <dgm:prSet presAssocID="{9C06F26F-47DF-4E13-8042-21B37011D7E5}" presName="vert1" presStyleCnt="0"/>
      <dgm:spPr/>
    </dgm:pt>
    <dgm:pt modelId="{005EAC78-2FFA-4B82-96A4-D88643B351F4}" type="pres">
      <dgm:prSet presAssocID="{1BC866B2-747D-480F-B46C-BD6134AAFF2A}" presName="thickLine" presStyleLbl="alignNode1" presStyleIdx="3" presStyleCnt="6"/>
      <dgm:spPr/>
    </dgm:pt>
    <dgm:pt modelId="{39399F6A-89E7-4895-B927-7E6190A2CBD5}" type="pres">
      <dgm:prSet presAssocID="{1BC866B2-747D-480F-B46C-BD6134AAFF2A}" presName="horz1" presStyleCnt="0"/>
      <dgm:spPr/>
    </dgm:pt>
    <dgm:pt modelId="{A903E7E7-5E44-4B03-B210-78C7FF1ED1AB}" type="pres">
      <dgm:prSet presAssocID="{1BC866B2-747D-480F-B46C-BD6134AAFF2A}" presName="tx1" presStyleLbl="revTx" presStyleIdx="3" presStyleCnt="6"/>
      <dgm:spPr/>
    </dgm:pt>
    <dgm:pt modelId="{11C2A3DA-6332-4D4D-82A8-0D24A131B434}" type="pres">
      <dgm:prSet presAssocID="{1BC866B2-747D-480F-B46C-BD6134AAFF2A}" presName="vert1" presStyleCnt="0"/>
      <dgm:spPr/>
    </dgm:pt>
    <dgm:pt modelId="{70BF56DE-4D56-446D-B825-FE333ACCD8F0}" type="pres">
      <dgm:prSet presAssocID="{25E262C5-A62A-4CD8-982B-8E5B488E30A1}" presName="thickLine" presStyleLbl="alignNode1" presStyleIdx="4" presStyleCnt="6"/>
      <dgm:spPr/>
    </dgm:pt>
    <dgm:pt modelId="{6D2A0EF8-CD53-44E1-89BF-ACB9B68F731D}" type="pres">
      <dgm:prSet presAssocID="{25E262C5-A62A-4CD8-982B-8E5B488E30A1}" presName="horz1" presStyleCnt="0"/>
      <dgm:spPr/>
    </dgm:pt>
    <dgm:pt modelId="{25550403-9BCC-4FE6-9B35-8A770706632B}" type="pres">
      <dgm:prSet presAssocID="{25E262C5-A62A-4CD8-982B-8E5B488E30A1}" presName="tx1" presStyleLbl="revTx" presStyleIdx="4" presStyleCnt="6"/>
      <dgm:spPr/>
    </dgm:pt>
    <dgm:pt modelId="{076521B6-ABC3-46B1-A267-E49701ABCFF2}" type="pres">
      <dgm:prSet presAssocID="{25E262C5-A62A-4CD8-982B-8E5B488E30A1}" presName="vert1" presStyleCnt="0"/>
      <dgm:spPr/>
    </dgm:pt>
    <dgm:pt modelId="{FBBA2D28-24D7-42AB-9D5F-F525EA65830F}" type="pres">
      <dgm:prSet presAssocID="{E5ACD21C-0FCE-4497-A15D-07246E59AED1}" presName="thickLine" presStyleLbl="alignNode1" presStyleIdx="5" presStyleCnt="6"/>
      <dgm:spPr/>
    </dgm:pt>
    <dgm:pt modelId="{7E7C9BA6-D968-4384-A9AB-5FC32EB5B91A}" type="pres">
      <dgm:prSet presAssocID="{E5ACD21C-0FCE-4497-A15D-07246E59AED1}" presName="horz1" presStyleCnt="0"/>
      <dgm:spPr/>
    </dgm:pt>
    <dgm:pt modelId="{E6C420B0-C283-454D-80CD-3C49579F0CA4}" type="pres">
      <dgm:prSet presAssocID="{E5ACD21C-0FCE-4497-A15D-07246E59AED1}" presName="tx1" presStyleLbl="revTx" presStyleIdx="5" presStyleCnt="6"/>
      <dgm:spPr/>
    </dgm:pt>
    <dgm:pt modelId="{8DC5065A-9419-4197-B851-1BCB9AFDA9EE}" type="pres">
      <dgm:prSet presAssocID="{E5ACD21C-0FCE-4497-A15D-07246E59AED1}" presName="vert1" presStyleCnt="0"/>
      <dgm:spPr/>
    </dgm:pt>
  </dgm:ptLst>
  <dgm:cxnLst>
    <dgm:cxn modelId="{89D7B904-1FF5-4C39-B58E-F9ECD9A26BDB}" srcId="{3E70DF16-D4FF-4861-B926-FB1E1F17C6E8}" destId="{E5ACD21C-0FCE-4497-A15D-07246E59AED1}" srcOrd="5" destOrd="0" parTransId="{424C7309-A718-4400-9F03-EF5DD5DFCB1A}" sibTransId="{42415206-F57F-44F6-95CC-19EC4755C350}"/>
    <dgm:cxn modelId="{E25DAF16-970A-4A09-96CE-E8627862ABB0}" type="presOf" srcId="{1BC866B2-747D-480F-B46C-BD6134AAFF2A}" destId="{A903E7E7-5E44-4B03-B210-78C7FF1ED1AB}" srcOrd="0" destOrd="0" presId="urn:microsoft.com/office/officeart/2008/layout/LinedList"/>
    <dgm:cxn modelId="{0518A62B-98B4-4E63-8255-31B79AF0065B}" srcId="{3E70DF16-D4FF-4861-B926-FB1E1F17C6E8}" destId="{25E262C5-A62A-4CD8-982B-8E5B488E30A1}" srcOrd="4" destOrd="0" parTransId="{CC7DD341-18DE-436C-B120-111EFA1DB2CD}" sibTransId="{37A30B80-749C-469A-A10E-4459C0D83446}"/>
    <dgm:cxn modelId="{39F38A35-D40D-4C73-983A-3B6864D47A16}" srcId="{3E70DF16-D4FF-4861-B926-FB1E1F17C6E8}" destId="{1BC866B2-747D-480F-B46C-BD6134AAFF2A}" srcOrd="3" destOrd="0" parTransId="{A38280DD-5C22-402E-A181-1FA19CB51C8D}" sibTransId="{708591A0-AA4E-4563-80DE-8D4F0823EB2F}"/>
    <dgm:cxn modelId="{C46F803A-CAB8-4705-999E-8402084129F8}" type="presOf" srcId="{9C06F26F-47DF-4E13-8042-21B37011D7E5}" destId="{57E7217F-6301-4669-B7CC-A8EA2884E916}" srcOrd="0" destOrd="0" presId="urn:microsoft.com/office/officeart/2008/layout/LinedList"/>
    <dgm:cxn modelId="{E135E95D-C7BF-41F5-9542-B3F9F73B5751}" srcId="{3E70DF16-D4FF-4861-B926-FB1E1F17C6E8}" destId="{45025676-C429-4750-AB03-37C21E457D4C}" srcOrd="1" destOrd="0" parTransId="{D204E528-E863-40D7-BB93-BE25DA6BFBF2}" sibTransId="{848EE897-4E31-4B39-939F-FAF84CABD290}"/>
    <dgm:cxn modelId="{BB85B641-EBE4-4DC1-B53D-F86A63D8CE3B}" type="presOf" srcId="{E5ACD21C-0FCE-4497-A15D-07246E59AED1}" destId="{E6C420B0-C283-454D-80CD-3C49579F0CA4}" srcOrd="0" destOrd="0" presId="urn:microsoft.com/office/officeart/2008/layout/LinedList"/>
    <dgm:cxn modelId="{9EFEA56E-D794-48BF-A8C1-8064A31F1B85}" type="presOf" srcId="{3E70DF16-D4FF-4861-B926-FB1E1F17C6E8}" destId="{FEF98E8D-017C-49F2-8CA4-5FBC99FBDAD1}" srcOrd="0" destOrd="0" presId="urn:microsoft.com/office/officeart/2008/layout/LinedList"/>
    <dgm:cxn modelId="{7713517A-47E1-4461-9180-56496F4ACFA9}" type="presOf" srcId="{45025676-C429-4750-AB03-37C21E457D4C}" destId="{897D99A4-C3DE-4A6F-8E86-16EF74198F2B}" srcOrd="0" destOrd="0" presId="urn:microsoft.com/office/officeart/2008/layout/LinedList"/>
    <dgm:cxn modelId="{AE2E477E-F64B-44C6-A232-C9C23215B510}" type="presOf" srcId="{2AF1A10A-A7D5-4B00-9383-42E35CF65D1E}" destId="{E486555B-9D1E-40D2-8F05-D2E304D1F0F3}" srcOrd="0" destOrd="0" presId="urn:microsoft.com/office/officeart/2008/layout/LinedList"/>
    <dgm:cxn modelId="{E0240ACD-416C-41FE-A844-7F06D3AD85CE}" srcId="{3E70DF16-D4FF-4861-B926-FB1E1F17C6E8}" destId="{2AF1A10A-A7D5-4B00-9383-42E35CF65D1E}" srcOrd="0" destOrd="0" parTransId="{FAF46E6A-9301-408F-9CED-B3B53F9316ED}" sibTransId="{2C4EECA1-959C-4C4A-A2BF-D4FC94958953}"/>
    <dgm:cxn modelId="{6BA27DDF-6E14-499F-AD13-52876DF89BCE}" srcId="{3E70DF16-D4FF-4861-B926-FB1E1F17C6E8}" destId="{9C06F26F-47DF-4E13-8042-21B37011D7E5}" srcOrd="2" destOrd="0" parTransId="{F33AE2F7-6EC6-4E0C-8212-E02E4042C287}" sibTransId="{268A11EB-0000-4BDA-8925-94D647BE6036}"/>
    <dgm:cxn modelId="{83E492EF-C184-43A3-92DD-766E3EA569BD}" type="presOf" srcId="{25E262C5-A62A-4CD8-982B-8E5B488E30A1}" destId="{25550403-9BCC-4FE6-9B35-8A770706632B}" srcOrd="0" destOrd="0" presId="urn:microsoft.com/office/officeart/2008/layout/LinedList"/>
    <dgm:cxn modelId="{EC72B431-FE00-4701-B6F1-8565211EB9A9}" type="presParOf" srcId="{FEF98E8D-017C-49F2-8CA4-5FBC99FBDAD1}" destId="{E286D0BD-4442-446C-94A5-8A4554F9406A}" srcOrd="0" destOrd="0" presId="urn:microsoft.com/office/officeart/2008/layout/LinedList"/>
    <dgm:cxn modelId="{6C4B326D-C156-4D46-82ED-5FDC74E6FF45}" type="presParOf" srcId="{FEF98E8D-017C-49F2-8CA4-5FBC99FBDAD1}" destId="{182911CA-524D-4A48-8B04-FBAE1BB2CBB4}" srcOrd="1" destOrd="0" presId="urn:microsoft.com/office/officeart/2008/layout/LinedList"/>
    <dgm:cxn modelId="{5D598C68-AE44-4618-8182-51DDB722D455}" type="presParOf" srcId="{182911CA-524D-4A48-8B04-FBAE1BB2CBB4}" destId="{E486555B-9D1E-40D2-8F05-D2E304D1F0F3}" srcOrd="0" destOrd="0" presId="urn:microsoft.com/office/officeart/2008/layout/LinedList"/>
    <dgm:cxn modelId="{D27DCF75-B201-4B2C-9DF8-B4A60416BFAE}" type="presParOf" srcId="{182911CA-524D-4A48-8B04-FBAE1BB2CBB4}" destId="{BE793FF5-3DC2-45B5-9920-9CED83D9813D}" srcOrd="1" destOrd="0" presId="urn:microsoft.com/office/officeart/2008/layout/LinedList"/>
    <dgm:cxn modelId="{94F9BF87-E2C6-4EED-B8E7-53C841AF641E}" type="presParOf" srcId="{FEF98E8D-017C-49F2-8CA4-5FBC99FBDAD1}" destId="{169C567E-6CC8-42AA-8152-10F5BE352467}" srcOrd="2" destOrd="0" presId="urn:microsoft.com/office/officeart/2008/layout/LinedList"/>
    <dgm:cxn modelId="{156A5CC0-E9E6-46EE-B3FD-660E2336694E}" type="presParOf" srcId="{FEF98E8D-017C-49F2-8CA4-5FBC99FBDAD1}" destId="{F5E5E554-8E56-4F0E-BD28-B42DEABB842E}" srcOrd="3" destOrd="0" presId="urn:microsoft.com/office/officeart/2008/layout/LinedList"/>
    <dgm:cxn modelId="{80C7E4BB-DB97-4B40-8005-C488198BC5A2}" type="presParOf" srcId="{F5E5E554-8E56-4F0E-BD28-B42DEABB842E}" destId="{897D99A4-C3DE-4A6F-8E86-16EF74198F2B}" srcOrd="0" destOrd="0" presId="urn:microsoft.com/office/officeart/2008/layout/LinedList"/>
    <dgm:cxn modelId="{A8D0B80D-E6F6-465B-A106-CD858AFE15DF}" type="presParOf" srcId="{F5E5E554-8E56-4F0E-BD28-B42DEABB842E}" destId="{097D8B3A-638B-4D60-81F0-BA2E1E91FBCB}" srcOrd="1" destOrd="0" presId="urn:microsoft.com/office/officeart/2008/layout/LinedList"/>
    <dgm:cxn modelId="{B1B6EB37-3ECA-4FC9-8A37-A481E6FE8F77}" type="presParOf" srcId="{FEF98E8D-017C-49F2-8CA4-5FBC99FBDAD1}" destId="{07DE20B2-5ACB-41C0-A3DE-D6046D6A0C7B}" srcOrd="4" destOrd="0" presId="urn:microsoft.com/office/officeart/2008/layout/LinedList"/>
    <dgm:cxn modelId="{AA2303D4-CDE6-4665-897F-CCC1C630FB59}" type="presParOf" srcId="{FEF98E8D-017C-49F2-8CA4-5FBC99FBDAD1}" destId="{379C6363-57C0-4AE5-A95A-8370F78EF467}" srcOrd="5" destOrd="0" presId="urn:microsoft.com/office/officeart/2008/layout/LinedList"/>
    <dgm:cxn modelId="{777ED7D1-C464-413C-A55B-E83DD6ECF7F7}" type="presParOf" srcId="{379C6363-57C0-4AE5-A95A-8370F78EF467}" destId="{57E7217F-6301-4669-B7CC-A8EA2884E916}" srcOrd="0" destOrd="0" presId="urn:microsoft.com/office/officeart/2008/layout/LinedList"/>
    <dgm:cxn modelId="{0E8B1266-0924-4D18-A402-F2F2C94D9A45}" type="presParOf" srcId="{379C6363-57C0-4AE5-A95A-8370F78EF467}" destId="{F7F0CC9F-E0FB-4E2A-98F4-B18DD3F8962A}" srcOrd="1" destOrd="0" presId="urn:microsoft.com/office/officeart/2008/layout/LinedList"/>
    <dgm:cxn modelId="{A3BB3B55-5C34-47CD-B47A-15FA571CC1EA}" type="presParOf" srcId="{FEF98E8D-017C-49F2-8CA4-5FBC99FBDAD1}" destId="{005EAC78-2FFA-4B82-96A4-D88643B351F4}" srcOrd="6" destOrd="0" presId="urn:microsoft.com/office/officeart/2008/layout/LinedList"/>
    <dgm:cxn modelId="{0BC61083-54AC-49DE-A176-0CEE5E2258F1}" type="presParOf" srcId="{FEF98E8D-017C-49F2-8CA4-5FBC99FBDAD1}" destId="{39399F6A-89E7-4895-B927-7E6190A2CBD5}" srcOrd="7" destOrd="0" presId="urn:microsoft.com/office/officeart/2008/layout/LinedList"/>
    <dgm:cxn modelId="{9FC7D66E-AD9F-4034-BC3E-D5CD3A38334F}" type="presParOf" srcId="{39399F6A-89E7-4895-B927-7E6190A2CBD5}" destId="{A903E7E7-5E44-4B03-B210-78C7FF1ED1AB}" srcOrd="0" destOrd="0" presId="urn:microsoft.com/office/officeart/2008/layout/LinedList"/>
    <dgm:cxn modelId="{2C1C3910-C141-455D-941C-21D96AF5AA3A}" type="presParOf" srcId="{39399F6A-89E7-4895-B927-7E6190A2CBD5}" destId="{11C2A3DA-6332-4D4D-82A8-0D24A131B434}" srcOrd="1" destOrd="0" presId="urn:microsoft.com/office/officeart/2008/layout/LinedList"/>
    <dgm:cxn modelId="{60F02124-D91E-4B44-AB8D-5821202711E4}" type="presParOf" srcId="{FEF98E8D-017C-49F2-8CA4-5FBC99FBDAD1}" destId="{70BF56DE-4D56-446D-B825-FE333ACCD8F0}" srcOrd="8" destOrd="0" presId="urn:microsoft.com/office/officeart/2008/layout/LinedList"/>
    <dgm:cxn modelId="{BFFB68DA-1BAA-489A-A4E0-F3D287BF44A7}" type="presParOf" srcId="{FEF98E8D-017C-49F2-8CA4-5FBC99FBDAD1}" destId="{6D2A0EF8-CD53-44E1-89BF-ACB9B68F731D}" srcOrd="9" destOrd="0" presId="urn:microsoft.com/office/officeart/2008/layout/LinedList"/>
    <dgm:cxn modelId="{F7F8D564-C45B-4A0F-8F7B-792B4F73BDDD}" type="presParOf" srcId="{6D2A0EF8-CD53-44E1-89BF-ACB9B68F731D}" destId="{25550403-9BCC-4FE6-9B35-8A770706632B}" srcOrd="0" destOrd="0" presId="urn:microsoft.com/office/officeart/2008/layout/LinedList"/>
    <dgm:cxn modelId="{321F5FF6-7D35-411F-A286-A22A5AF361AC}" type="presParOf" srcId="{6D2A0EF8-CD53-44E1-89BF-ACB9B68F731D}" destId="{076521B6-ABC3-46B1-A267-E49701ABCFF2}" srcOrd="1" destOrd="0" presId="urn:microsoft.com/office/officeart/2008/layout/LinedList"/>
    <dgm:cxn modelId="{0851D5FD-F05F-4235-B269-84E3069C6B83}" type="presParOf" srcId="{FEF98E8D-017C-49F2-8CA4-5FBC99FBDAD1}" destId="{FBBA2D28-24D7-42AB-9D5F-F525EA65830F}" srcOrd="10" destOrd="0" presId="urn:microsoft.com/office/officeart/2008/layout/LinedList"/>
    <dgm:cxn modelId="{EE510343-0195-4321-A7D2-957E904C966E}" type="presParOf" srcId="{FEF98E8D-017C-49F2-8CA4-5FBC99FBDAD1}" destId="{7E7C9BA6-D968-4384-A9AB-5FC32EB5B91A}" srcOrd="11" destOrd="0" presId="urn:microsoft.com/office/officeart/2008/layout/LinedList"/>
    <dgm:cxn modelId="{9545C469-4D0F-4520-A9D2-2A692DB117DC}" type="presParOf" srcId="{7E7C9BA6-D968-4384-A9AB-5FC32EB5B91A}" destId="{E6C420B0-C283-454D-80CD-3C49579F0CA4}" srcOrd="0" destOrd="0" presId="urn:microsoft.com/office/officeart/2008/layout/LinedList"/>
    <dgm:cxn modelId="{3B3F3D24-31D7-4D72-9945-88649EA8C5A4}" type="presParOf" srcId="{7E7C9BA6-D968-4384-A9AB-5FC32EB5B91A}" destId="{8DC5065A-9419-4197-B851-1BCB9AFDA9E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2D0D9B-9FB4-4653-8723-D9E38D53D375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6A85100-B399-46D9-8CEC-14771CC1F45B}">
      <dgm:prSet/>
      <dgm:spPr/>
      <dgm:t>
        <a:bodyPr/>
        <a:lstStyle/>
        <a:p>
          <a:r>
            <a:rPr lang="en-US"/>
            <a:t>UserRepository</a:t>
          </a:r>
        </a:p>
      </dgm:t>
    </dgm:pt>
    <dgm:pt modelId="{C5827B17-EA2C-4740-A55A-E689517AA0C5}" type="parTrans" cxnId="{A11A5159-BD4E-40DC-9F2F-DC4BB94761AD}">
      <dgm:prSet/>
      <dgm:spPr/>
      <dgm:t>
        <a:bodyPr/>
        <a:lstStyle/>
        <a:p>
          <a:endParaRPr lang="en-US"/>
        </a:p>
      </dgm:t>
    </dgm:pt>
    <dgm:pt modelId="{E057FC1D-796F-4AD9-92ED-E1A23ACC9DE7}" type="sibTrans" cxnId="{A11A5159-BD4E-40DC-9F2F-DC4BB94761AD}">
      <dgm:prSet/>
      <dgm:spPr/>
      <dgm:t>
        <a:bodyPr/>
        <a:lstStyle/>
        <a:p>
          <a:endParaRPr lang="en-US"/>
        </a:p>
      </dgm:t>
    </dgm:pt>
    <dgm:pt modelId="{F2F867B9-10D0-4801-8794-870652A6D44E}">
      <dgm:prSet/>
      <dgm:spPr/>
      <dgm:t>
        <a:bodyPr/>
        <a:lstStyle/>
        <a:p>
          <a:r>
            <a:rPr lang="en-US"/>
            <a:t>ProductRepository</a:t>
          </a:r>
        </a:p>
      </dgm:t>
    </dgm:pt>
    <dgm:pt modelId="{4E405D7F-AEBA-41C8-BF54-6B498B88763E}" type="parTrans" cxnId="{D260B137-29DE-44E3-A7D7-6DE426A0FA6D}">
      <dgm:prSet/>
      <dgm:spPr/>
      <dgm:t>
        <a:bodyPr/>
        <a:lstStyle/>
        <a:p>
          <a:endParaRPr lang="en-US"/>
        </a:p>
      </dgm:t>
    </dgm:pt>
    <dgm:pt modelId="{9E82F4BB-5B9E-4F94-8536-EC0F0751D124}" type="sibTrans" cxnId="{D260B137-29DE-44E3-A7D7-6DE426A0FA6D}">
      <dgm:prSet/>
      <dgm:spPr/>
      <dgm:t>
        <a:bodyPr/>
        <a:lstStyle/>
        <a:p>
          <a:endParaRPr lang="en-US"/>
        </a:p>
      </dgm:t>
    </dgm:pt>
    <dgm:pt modelId="{F1DFDB01-43E7-42B5-9472-EFC004E5BCE9}">
      <dgm:prSet/>
      <dgm:spPr/>
      <dgm:t>
        <a:bodyPr/>
        <a:lstStyle/>
        <a:p>
          <a:r>
            <a:rPr lang="en-US"/>
            <a:t>OrderRepository</a:t>
          </a:r>
        </a:p>
      </dgm:t>
    </dgm:pt>
    <dgm:pt modelId="{E278AABC-5346-4D63-B76A-8FE684A26B2A}" type="parTrans" cxnId="{AF3FC895-7841-4271-9EFC-37C87A4F82A8}">
      <dgm:prSet/>
      <dgm:spPr/>
      <dgm:t>
        <a:bodyPr/>
        <a:lstStyle/>
        <a:p>
          <a:endParaRPr lang="en-US"/>
        </a:p>
      </dgm:t>
    </dgm:pt>
    <dgm:pt modelId="{061E7C82-40C0-456D-A64B-89EFAD518441}" type="sibTrans" cxnId="{AF3FC895-7841-4271-9EFC-37C87A4F82A8}">
      <dgm:prSet/>
      <dgm:spPr/>
      <dgm:t>
        <a:bodyPr/>
        <a:lstStyle/>
        <a:p>
          <a:endParaRPr lang="en-US"/>
        </a:p>
      </dgm:t>
    </dgm:pt>
    <dgm:pt modelId="{C0F6CC39-1C22-43E1-A50A-67E175521C0D}">
      <dgm:prSet/>
      <dgm:spPr/>
      <dgm:t>
        <a:bodyPr/>
        <a:lstStyle/>
        <a:p>
          <a:r>
            <a:rPr lang="en-US"/>
            <a:t>OrderItemRepository</a:t>
          </a:r>
        </a:p>
      </dgm:t>
    </dgm:pt>
    <dgm:pt modelId="{6CFF9218-1023-48ED-A416-EA8F8B3665BB}" type="parTrans" cxnId="{BAA5E72B-B27F-4573-BA31-231AED0F571C}">
      <dgm:prSet/>
      <dgm:spPr/>
      <dgm:t>
        <a:bodyPr/>
        <a:lstStyle/>
        <a:p>
          <a:endParaRPr lang="en-US"/>
        </a:p>
      </dgm:t>
    </dgm:pt>
    <dgm:pt modelId="{DD03855A-3EE6-47C0-B4DA-43CD9B392865}" type="sibTrans" cxnId="{BAA5E72B-B27F-4573-BA31-231AED0F571C}">
      <dgm:prSet/>
      <dgm:spPr/>
      <dgm:t>
        <a:bodyPr/>
        <a:lstStyle/>
        <a:p>
          <a:endParaRPr lang="en-US"/>
        </a:p>
      </dgm:t>
    </dgm:pt>
    <dgm:pt modelId="{DECF5312-8C62-4BB0-8B88-81018DEB7AC7}">
      <dgm:prSet/>
      <dgm:spPr/>
      <dgm:t>
        <a:bodyPr/>
        <a:lstStyle/>
        <a:p>
          <a:r>
            <a:rPr lang="en-US"/>
            <a:t>CartRepository</a:t>
          </a:r>
        </a:p>
      </dgm:t>
    </dgm:pt>
    <dgm:pt modelId="{E00FD2E1-361C-4F40-93AA-0249E64319E3}" type="parTrans" cxnId="{47B60D8E-35AE-4963-8A87-074657D0F625}">
      <dgm:prSet/>
      <dgm:spPr/>
      <dgm:t>
        <a:bodyPr/>
        <a:lstStyle/>
        <a:p>
          <a:endParaRPr lang="en-US"/>
        </a:p>
      </dgm:t>
    </dgm:pt>
    <dgm:pt modelId="{FFCAE0EB-DF44-4588-AA79-9B746E98009B}" type="sibTrans" cxnId="{47B60D8E-35AE-4963-8A87-074657D0F625}">
      <dgm:prSet/>
      <dgm:spPr/>
      <dgm:t>
        <a:bodyPr/>
        <a:lstStyle/>
        <a:p>
          <a:endParaRPr lang="en-US"/>
        </a:p>
      </dgm:t>
    </dgm:pt>
    <dgm:pt modelId="{0A6C1A8E-C8A7-4DBF-A125-52A3A7ED056A}">
      <dgm:prSet/>
      <dgm:spPr/>
      <dgm:t>
        <a:bodyPr/>
        <a:lstStyle/>
        <a:p>
          <a:r>
            <a:rPr lang="en-US"/>
            <a:t>CartItemRepository</a:t>
          </a:r>
        </a:p>
      </dgm:t>
    </dgm:pt>
    <dgm:pt modelId="{4EDCB62D-F98D-4EE3-A896-4D17A47F7A28}" type="parTrans" cxnId="{1E3167AD-4A92-46DC-A141-CD29683348A4}">
      <dgm:prSet/>
      <dgm:spPr/>
      <dgm:t>
        <a:bodyPr/>
        <a:lstStyle/>
        <a:p>
          <a:endParaRPr lang="en-US"/>
        </a:p>
      </dgm:t>
    </dgm:pt>
    <dgm:pt modelId="{378FF2EA-183A-41F2-9CE1-A3E339C87B60}" type="sibTrans" cxnId="{1E3167AD-4A92-46DC-A141-CD29683348A4}">
      <dgm:prSet/>
      <dgm:spPr/>
      <dgm:t>
        <a:bodyPr/>
        <a:lstStyle/>
        <a:p>
          <a:endParaRPr lang="en-US"/>
        </a:p>
      </dgm:t>
    </dgm:pt>
    <dgm:pt modelId="{6FFEB6CA-FBA9-409C-8FDF-C617BE047A1D}" type="pres">
      <dgm:prSet presAssocID="{F62D0D9B-9FB4-4653-8723-D9E38D53D375}" presName="vert0" presStyleCnt="0">
        <dgm:presLayoutVars>
          <dgm:dir/>
          <dgm:animOne val="branch"/>
          <dgm:animLvl val="lvl"/>
        </dgm:presLayoutVars>
      </dgm:prSet>
      <dgm:spPr/>
    </dgm:pt>
    <dgm:pt modelId="{3332AA3A-E1AC-490C-8204-81247CBA6441}" type="pres">
      <dgm:prSet presAssocID="{76A85100-B399-46D9-8CEC-14771CC1F45B}" presName="thickLine" presStyleLbl="alignNode1" presStyleIdx="0" presStyleCnt="6"/>
      <dgm:spPr/>
    </dgm:pt>
    <dgm:pt modelId="{C255D122-830D-4B00-99A4-BF9AEF2EE66A}" type="pres">
      <dgm:prSet presAssocID="{76A85100-B399-46D9-8CEC-14771CC1F45B}" presName="horz1" presStyleCnt="0"/>
      <dgm:spPr/>
    </dgm:pt>
    <dgm:pt modelId="{798A1215-812A-4DEA-92A4-41FC96487158}" type="pres">
      <dgm:prSet presAssocID="{76A85100-B399-46D9-8CEC-14771CC1F45B}" presName="tx1" presStyleLbl="revTx" presStyleIdx="0" presStyleCnt="6"/>
      <dgm:spPr/>
    </dgm:pt>
    <dgm:pt modelId="{82FFBEC6-EDC7-4345-A5DC-B7C4C7C815A0}" type="pres">
      <dgm:prSet presAssocID="{76A85100-B399-46D9-8CEC-14771CC1F45B}" presName="vert1" presStyleCnt="0"/>
      <dgm:spPr/>
    </dgm:pt>
    <dgm:pt modelId="{91AA3FBC-3BA8-4ECD-9A53-35865A549B67}" type="pres">
      <dgm:prSet presAssocID="{F2F867B9-10D0-4801-8794-870652A6D44E}" presName="thickLine" presStyleLbl="alignNode1" presStyleIdx="1" presStyleCnt="6"/>
      <dgm:spPr/>
    </dgm:pt>
    <dgm:pt modelId="{80B1594F-45D5-4CC9-88C6-2C12AA04EA08}" type="pres">
      <dgm:prSet presAssocID="{F2F867B9-10D0-4801-8794-870652A6D44E}" presName="horz1" presStyleCnt="0"/>
      <dgm:spPr/>
    </dgm:pt>
    <dgm:pt modelId="{14C9D258-7B4B-4983-95F4-4EA9C097599F}" type="pres">
      <dgm:prSet presAssocID="{F2F867B9-10D0-4801-8794-870652A6D44E}" presName="tx1" presStyleLbl="revTx" presStyleIdx="1" presStyleCnt="6"/>
      <dgm:spPr/>
    </dgm:pt>
    <dgm:pt modelId="{59643AAA-C968-42E1-8F69-9407ABAA95FE}" type="pres">
      <dgm:prSet presAssocID="{F2F867B9-10D0-4801-8794-870652A6D44E}" presName="vert1" presStyleCnt="0"/>
      <dgm:spPr/>
    </dgm:pt>
    <dgm:pt modelId="{E14BC42B-B1B9-43BE-BB6E-1867E76B3DFF}" type="pres">
      <dgm:prSet presAssocID="{F1DFDB01-43E7-42B5-9472-EFC004E5BCE9}" presName="thickLine" presStyleLbl="alignNode1" presStyleIdx="2" presStyleCnt="6"/>
      <dgm:spPr/>
    </dgm:pt>
    <dgm:pt modelId="{C9AF78D7-1F62-48B7-8AA4-4FF728933D7A}" type="pres">
      <dgm:prSet presAssocID="{F1DFDB01-43E7-42B5-9472-EFC004E5BCE9}" presName="horz1" presStyleCnt="0"/>
      <dgm:spPr/>
    </dgm:pt>
    <dgm:pt modelId="{F1ADA945-6C51-4C26-AEB7-63E58EFA28E4}" type="pres">
      <dgm:prSet presAssocID="{F1DFDB01-43E7-42B5-9472-EFC004E5BCE9}" presName="tx1" presStyleLbl="revTx" presStyleIdx="2" presStyleCnt="6"/>
      <dgm:spPr/>
    </dgm:pt>
    <dgm:pt modelId="{771232D8-72B8-4E66-BCFB-EE34780E702F}" type="pres">
      <dgm:prSet presAssocID="{F1DFDB01-43E7-42B5-9472-EFC004E5BCE9}" presName="vert1" presStyleCnt="0"/>
      <dgm:spPr/>
    </dgm:pt>
    <dgm:pt modelId="{25030690-8BC9-478E-83A0-9BCC9F85B77F}" type="pres">
      <dgm:prSet presAssocID="{C0F6CC39-1C22-43E1-A50A-67E175521C0D}" presName="thickLine" presStyleLbl="alignNode1" presStyleIdx="3" presStyleCnt="6"/>
      <dgm:spPr/>
    </dgm:pt>
    <dgm:pt modelId="{D3ED4E12-7D92-4776-B2CF-5DC93BD26112}" type="pres">
      <dgm:prSet presAssocID="{C0F6CC39-1C22-43E1-A50A-67E175521C0D}" presName="horz1" presStyleCnt="0"/>
      <dgm:spPr/>
    </dgm:pt>
    <dgm:pt modelId="{74FF5D48-E9B5-4465-9586-9984488956B7}" type="pres">
      <dgm:prSet presAssocID="{C0F6CC39-1C22-43E1-A50A-67E175521C0D}" presName="tx1" presStyleLbl="revTx" presStyleIdx="3" presStyleCnt="6"/>
      <dgm:spPr/>
    </dgm:pt>
    <dgm:pt modelId="{333735ED-07A9-4A9C-AF3D-3CF440250BB6}" type="pres">
      <dgm:prSet presAssocID="{C0F6CC39-1C22-43E1-A50A-67E175521C0D}" presName="vert1" presStyleCnt="0"/>
      <dgm:spPr/>
    </dgm:pt>
    <dgm:pt modelId="{91F93537-0415-4477-B07C-4CDE622F5D06}" type="pres">
      <dgm:prSet presAssocID="{DECF5312-8C62-4BB0-8B88-81018DEB7AC7}" presName="thickLine" presStyleLbl="alignNode1" presStyleIdx="4" presStyleCnt="6"/>
      <dgm:spPr/>
    </dgm:pt>
    <dgm:pt modelId="{23BE59A0-9356-4111-996A-C738C379E0A6}" type="pres">
      <dgm:prSet presAssocID="{DECF5312-8C62-4BB0-8B88-81018DEB7AC7}" presName="horz1" presStyleCnt="0"/>
      <dgm:spPr/>
    </dgm:pt>
    <dgm:pt modelId="{0FD1FC97-B732-4A59-B61A-403E0D21572F}" type="pres">
      <dgm:prSet presAssocID="{DECF5312-8C62-4BB0-8B88-81018DEB7AC7}" presName="tx1" presStyleLbl="revTx" presStyleIdx="4" presStyleCnt="6"/>
      <dgm:spPr/>
    </dgm:pt>
    <dgm:pt modelId="{CF2F5EF4-605D-4D89-B732-4E2C1B4318D6}" type="pres">
      <dgm:prSet presAssocID="{DECF5312-8C62-4BB0-8B88-81018DEB7AC7}" presName="vert1" presStyleCnt="0"/>
      <dgm:spPr/>
    </dgm:pt>
    <dgm:pt modelId="{4834668E-D24A-4848-98A4-F58F3F49D3F4}" type="pres">
      <dgm:prSet presAssocID="{0A6C1A8E-C8A7-4DBF-A125-52A3A7ED056A}" presName="thickLine" presStyleLbl="alignNode1" presStyleIdx="5" presStyleCnt="6"/>
      <dgm:spPr/>
    </dgm:pt>
    <dgm:pt modelId="{E2A65A65-F620-4E64-9183-B8037FB1B39A}" type="pres">
      <dgm:prSet presAssocID="{0A6C1A8E-C8A7-4DBF-A125-52A3A7ED056A}" presName="horz1" presStyleCnt="0"/>
      <dgm:spPr/>
    </dgm:pt>
    <dgm:pt modelId="{F888A52F-1237-4D18-90E7-FEC671C58D84}" type="pres">
      <dgm:prSet presAssocID="{0A6C1A8E-C8A7-4DBF-A125-52A3A7ED056A}" presName="tx1" presStyleLbl="revTx" presStyleIdx="5" presStyleCnt="6"/>
      <dgm:spPr/>
    </dgm:pt>
    <dgm:pt modelId="{E1C536E3-E2F0-449D-826A-C008DEB2F445}" type="pres">
      <dgm:prSet presAssocID="{0A6C1A8E-C8A7-4DBF-A125-52A3A7ED056A}" presName="vert1" presStyleCnt="0"/>
      <dgm:spPr/>
    </dgm:pt>
  </dgm:ptLst>
  <dgm:cxnLst>
    <dgm:cxn modelId="{F3822414-E872-4B90-90D2-3811E8AE9137}" type="presOf" srcId="{C0F6CC39-1C22-43E1-A50A-67E175521C0D}" destId="{74FF5D48-E9B5-4465-9586-9984488956B7}" srcOrd="0" destOrd="0" presId="urn:microsoft.com/office/officeart/2008/layout/LinedList"/>
    <dgm:cxn modelId="{BAA5E72B-B27F-4573-BA31-231AED0F571C}" srcId="{F62D0D9B-9FB4-4653-8723-D9E38D53D375}" destId="{C0F6CC39-1C22-43E1-A50A-67E175521C0D}" srcOrd="3" destOrd="0" parTransId="{6CFF9218-1023-48ED-A416-EA8F8B3665BB}" sibTransId="{DD03855A-3EE6-47C0-B4DA-43CD9B392865}"/>
    <dgm:cxn modelId="{D260B137-29DE-44E3-A7D7-6DE426A0FA6D}" srcId="{F62D0D9B-9FB4-4653-8723-D9E38D53D375}" destId="{F2F867B9-10D0-4801-8794-870652A6D44E}" srcOrd="1" destOrd="0" parTransId="{4E405D7F-AEBA-41C8-BF54-6B498B88763E}" sibTransId="{9E82F4BB-5B9E-4F94-8536-EC0F0751D124}"/>
    <dgm:cxn modelId="{A11A5159-BD4E-40DC-9F2F-DC4BB94761AD}" srcId="{F62D0D9B-9FB4-4653-8723-D9E38D53D375}" destId="{76A85100-B399-46D9-8CEC-14771CC1F45B}" srcOrd="0" destOrd="0" parTransId="{C5827B17-EA2C-4740-A55A-E689517AA0C5}" sibTransId="{E057FC1D-796F-4AD9-92ED-E1A23ACC9DE7}"/>
    <dgm:cxn modelId="{32D9B87E-5E8F-480B-9C16-5F9275714D4F}" type="presOf" srcId="{0A6C1A8E-C8A7-4DBF-A125-52A3A7ED056A}" destId="{F888A52F-1237-4D18-90E7-FEC671C58D84}" srcOrd="0" destOrd="0" presId="urn:microsoft.com/office/officeart/2008/layout/LinedList"/>
    <dgm:cxn modelId="{47B60D8E-35AE-4963-8A87-074657D0F625}" srcId="{F62D0D9B-9FB4-4653-8723-D9E38D53D375}" destId="{DECF5312-8C62-4BB0-8B88-81018DEB7AC7}" srcOrd="4" destOrd="0" parTransId="{E00FD2E1-361C-4F40-93AA-0249E64319E3}" sibTransId="{FFCAE0EB-DF44-4588-AA79-9B746E98009B}"/>
    <dgm:cxn modelId="{AF3FC895-7841-4271-9EFC-37C87A4F82A8}" srcId="{F62D0D9B-9FB4-4653-8723-D9E38D53D375}" destId="{F1DFDB01-43E7-42B5-9472-EFC004E5BCE9}" srcOrd="2" destOrd="0" parTransId="{E278AABC-5346-4D63-B76A-8FE684A26B2A}" sibTransId="{061E7C82-40C0-456D-A64B-89EFAD518441}"/>
    <dgm:cxn modelId="{34F35397-70E3-41D5-B76E-F86AC9E7FB7E}" type="presOf" srcId="{76A85100-B399-46D9-8CEC-14771CC1F45B}" destId="{798A1215-812A-4DEA-92A4-41FC96487158}" srcOrd="0" destOrd="0" presId="urn:microsoft.com/office/officeart/2008/layout/LinedList"/>
    <dgm:cxn modelId="{27251DA1-C94B-4B70-A86F-AC8B5BD34AD6}" type="presOf" srcId="{DECF5312-8C62-4BB0-8B88-81018DEB7AC7}" destId="{0FD1FC97-B732-4A59-B61A-403E0D21572F}" srcOrd="0" destOrd="0" presId="urn:microsoft.com/office/officeart/2008/layout/LinedList"/>
    <dgm:cxn modelId="{3B802AA4-A0E0-4CF9-8039-2742160C8581}" type="presOf" srcId="{F62D0D9B-9FB4-4653-8723-D9E38D53D375}" destId="{6FFEB6CA-FBA9-409C-8FDF-C617BE047A1D}" srcOrd="0" destOrd="0" presId="urn:microsoft.com/office/officeart/2008/layout/LinedList"/>
    <dgm:cxn modelId="{1E3167AD-4A92-46DC-A141-CD29683348A4}" srcId="{F62D0D9B-9FB4-4653-8723-D9E38D53D375}" destId="{0A6C1A8E-C8A7-4DBF-A125-52A3A7ED056A}" srcOrd="5" destOrd="0" parTransId="{4EDCB62D-F98D-4EE3-A896-4D17A47F7A28}" sibTransId="{378FF2EA-183A-41F2-9CE1-A3E339C87B60}"/>
    <dgm:cxn modelId="{085819CD-30DD-4C8F-8012-FD76AD015315}" type="presOf" srcId="{F2F867B9-10D0-4801-8794-870652A6D44E}" destId="{14C9D258-7B4B-4983-95F4-4EA9C097599F}" srcOrd="0" destOrd="0" presId="urn:microsoft.com/office/officeart/2008/layout/LinedList"/>
    <dgm:cxn modelId="{2DD09DD4-BBB5-4893-827D-64F5EE781DB9}" type="presOf" srcId="{F1DFDB01-43E7-42B5-9472-EFC004E5BCE9}" destId="{F1ADA945-6C51-4C26-AEB7-63E58EFA28E4}" srcOrd="0" destOrd="0" presId="urn:microsoft.com/office/officeart/2008/layout/LinedList"/>
    <dgm:cxn modelId="{781503FE-A7AE-4C6A-B623-6CB8FBC1E928}" type="presParOf" srcId="{6FFEB6CA-FBA9-409C-8FDF-C617BE047A1D}" destId="{3332AA3A-E1AC-490C-8204-81247CBA6441}" srcOrd="0" destOrd="0" presId="urn:microsoft.com/office/officeart/2008/layout/LinedList"/>
    <dgm:cxn modelId="{4A74B653-1481-408B-8816-2A2F5C8B9592}" type="presParOf" srcId="{6FFEB6CA-FBA9-409C-8FDF-C617BE047A1D}" destId="{C255D122-830D-4B00-99A4-BF9AEF2EE66A}" srcOrd="1" destOrd="0" presId="urn:microsoft.com/office/officeart/2008/layout/LinedList"/>
    <dgm:cxn modelId="{BCBFD40C-1555-4CAF-9921-56CF81945C38}" type="presParOf" srcId="{C255D122-830D-4B00-99A4-BF9AEF2EE66A}" destId="{798A1215-812A-4DEA-92A4-41FC96487158}" srcOrd="0" destOrd="0" presId="urn:microsoft.com/office/officeart/2008/layout/LinedList"/>
    <dgm:cxn modelId="{1ED0037F-C6F5-47F1-9522-7A3F4BAC81B8}" type="presParOf" srcId="{C255D122-830D-4B00-99A4-BF9AEF2EE66A}" destId="{82FFBEC6-EDC7-4345-A5DC-B7C4C7C815A0}" srcOrd="1" destOrd="0" presId="urn:microsoft.com/office/officeart/2008/layout/LinedList"/>
    <dgm:cxn modelId="{2D4ECE33-2EA9-41B1-8729-537E9DAD0059}" type="presParOf" srcId="{6FFEB6CA-FBA9-409C-8FDF-C617BE047A1D}" destId="{91AA3FBC-3BA8-4ECD-9A53-35865A549B67}" srcOrd="2" destOrd="0" presId="urn:microsoft.com/office/officeart/2008/layout/LinedList"/>
    <dgm:cxn modelId="{72C17C0B-5F94-4026-9E6B-0E0249318212}" type="presParOf" srcId="{6FFEB6CA-FBA9-409C-8FDF-C617BE047A1D}" destId="{80B1594F-45D5-4CC9-88C6-2C12AA04EA08}" srcOrd="3" destOrd="0" presId="urn:microsoft.com/office/officeart/2008/layout/LinedList"/>
    <dgm:cxn modelId="{11267C9C-80E3-4106-90A1-3E6E7CF73386}" type="presParOf" srcId="{80B1594F-45D5-4CC9-88C6-2C12AA04EA08}" destId="{14C9D258-7B4B-4983-95F4-4EA9C097599F}" srcOrd="0" destOrd="0" presId="urn:microsoft.com/office/officeart/2008/layout/LinedList"/>
    <dgm:cxn modelId="{1C330BEE-DC31-41AC-B85C-ACF75A8CF593}" type="presParOf" srcId="{80B1594F-45D5-4CC9-88C6-2C12AA04EA08}" destId="{59643AAA-C968-42E1-8F69-9407ABAA95FE}" srcOrd="1" destOrd="0" presId="urn:microsoft.com/office/officeart/2008/layout/LinedList"/>
    <dgm:cxn modelId="{4C12373A-514B-41B7-99D0-FF0027389169}" type="presParOf" srcId="{6FFEB6CA-FBA9-409C-8FDF-C617BE047A1D}" destId="{E14BC42B-B1B9-43BE-BB6E-1867E76B3DFF}" srcOrd="4" destOrd="0" presId="urn:microsoft.com/office/officeart/2008/layout/LinedList"/>
    <dgm:cxn modelId="{003A3433-77E1-41C3-A0BA-2BF2B7B3D5DA}" type="presParOf" srcId="{6FFEB6CA-FBA9-409C-8FDF-C617BE047A1D}" destId="{C9AF78D7-1F62-48B7-8AA4-4FF728933D7A}" srcOrd="5" destOrd="0" presId="urn:microsoft.com/office/officeart/2008/layout/LinedList"/>
    <dgm:cxn modelId="{C572BAB0-5E2D-4E3F-A656-B1875F77A511}" type="presParOf" srcId="{C9AF78D7-1F62-48B7-8AA4-4FF728933D7A}" destId="{F1ADA945-6C51-4C26-AEB7-63E58EFA28E4}" srcOrd="0" destOrd="0" presId="urn:microsoft.com/office/officeart/2008/layout/LinedList"/>
    <dgm:cxn modelId="{73129CC6-B91A-451E-B286-5B2FAE49D601}" type="presParOf" srcId="{C9AF78D7-1F62-48B7-8AA4-4FF728933D7A}" destId="{771232D8-72B8-4E66-BCFB-EE34780E702F}" srcOrd="1" destOrd="0" presId="urn:microsoft.com/office/officeart/2008/layout/LinedList"/>
    <dgm:cxn modelId="{807554BA-C121-409B-B02A-57F75AD07674}" type="presParOf" srcId="{6FFEB6CA-FBA9-409C-8FDF-C617BE047A1D}" destId="{25030690-8BC9-478E-83A0-9BCC9F85B77F}" srcOrd="6" destOrd="0" presId="urn:microsoft.com/office/officeart/2008/layout/LinedList"/>
    <dgm:cxn modelId="{08CA1CC3-80E5-4BCD-B929-6EA1418B71C2}" type="presParOf" srcId="{6FFEB6CA-FBA9-409C-8FDF-C617BE047A1D}" destId="{D3ED4E12-7D92-4776-B2CF-5DC93BD26112}" srcOrd="7" destOrd="0" presId="urn:microsoft.com/office/officeart/2008/layout/LinedList"/>
    <dgm:cxn modelId="{E08BB050-F9B7-4869-AF72-68F7AD1F7821}" type="presParOf" srcId="{D3ED4E12-7D92-4776-B2CF-5DC93BD26112}" destId="{74FF5D48-E9B5-4465-9586-9984488956B7}" srcOrd="0" destOrd="0" presId="urn:microsoft.com/office/officeart/2008/layout/LinedList"/>
    <dgm:cxn modelId="{4EACB559-14D3-41FA-B5BB-7B60281453AC}" type="presParOf" srcId="{D3ED4E12-7D92-4776-B2CF-5DC93BD26112}" destId="{333735ED-07A9-4A9C-AF3D-3CF440250BB6}" srcOrd="1" destOrd="0" presId="urn:microsoft.com/office/officeart/2008/layout/LinedList"/>
    <dgm:cxn modelId="{7FA03BDA-40F6-4E3B-9761-945EB8B0CB9E}" type="presParOf" srcId="{6FFEB6CA-FBA9-409C-8FDF-C617BE047A1D}" destId="{91F93537-0415-4477-B07C-4CDE622F5D06}" srcOrd="8" destOrd="0" presId="urn:microsoft.com/office/officeart/2008/layout/LinedList"/>
    <dgm:cxn modelId="{CBB9B70C-DC24-423B-9817-94BA5F3644D6}" type="presParOf" srcId="{6FFEB6CA-FBA9-409C-8FDF-C617BE047A1D}" destId="{23BE59A0-9356-4111-996A-C738C379E0A6}" srcOrd="9" destOrd="0" presId="urn:microsoft.com/office/officeart/2008/layout/LinedList"/>
    <dgm:cxn modelId="{554AF1F6-1FB6-46D2-8FF9-B03FA8442646}" type="presParOf" srcId="{23BE59A0-9356-4111-996A-C738C379E0A6}" destId="{0FD1FC97-B732-4A59-B61A-403E0D21572F}" srcOrd="0" destOrd="0" presId="urn:microsoft.com/office/officeart/2008/layout/LinedList"/>
    <dgm:cxn modelId="{91ED1E72-0B5E-4CB1-9A15-B916E278A064}" type="presParOf" srcId="{23BE59A0-9356-4111-996A-C738C379E0A6}" destId="{CF2F5EF4-605D-4D89-B732-4E2C1B4318D6}" srcOrd="1" destOrd="0" presId="urn:microsoft.com/office/officeart/2008/layout/LinedList"/>
    <dgm:cxn modelId="{14D30146-D5BD-4103-A7B5-819D35085F4B}" type="presParOf" srcId="{6FFEB6CA-FBA9-409C-8FDF-C617BE047A1D}" destId="{4834668E-D24A-4848-98A4-F58F3F49D3F4}" srcOrd="10" destOrd="0" presId="urn:microsoft.com/office/officeart/2008/layout/LinedList"/>
    <dgm:cxn modelId="{EFF03C67-7445-40FD-A134-52EC5C44D02B}" type="presParOf" srcId="{6FFEB6CA-FBA9-409C-8FDF-C617BE047A1D}" destId="{E2A65A65-F620-4E64-9183-B8037FB1B39A}" srcOrd="11" destOrd="0" presId="urn:microsoft.com/office/officeart/2008/layout/LinedList"/>
    <dgm:cxn modelId="{F414C327-A9CC-48CC-AF66-97223F9EBD54}" type="presParOf" srcId="{E2A65A65-F620-4E64-9183-B8037FB1B39A}" destId="{F888A52F-1237-4D18-90E7-FEC671C58D84}" srcOrd="0" destOrd="0" presId="urn:microsoft.com/office/officeart/2008/layout/LinedList"/>
    <dgm:cxn modelId="{1B5363F7-AA5E-498E-813D-B74E0E493541}" type="presParOf" srcId="{E2A65A65-F620-4E64-9183-B8037FB1B39A}" destId="{E1C536E3-E2F0-449D-826A-C008DEB2F44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978291-D4B6-4F8B-A22A-AA4B31A0B3E9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B199341-3AEE-47B3-A9DF-5F03C60E2467}">
      <dgm:prSet/>
      <dgm:spPr/>
      <dgm:t>
        <a:bodyPr/>
        <a:lstStyle/>
        <a:p>
          <a:r>
            <a:rPr lang="en-US"/>
            <a:t>UserService</a:t>
          </a:r>
        </a:p>
      </dgm:t>
    </dgm:pt>
    <dgm:pt modelId="{5B90003D-7811-4025-B87B-009695C2A92D}" type="parTrans" cxnId="{94B7FE60-C54C-4600-B77F-557637295A0C}">
      <dgm:prSet/>
      <dgm:spPr/>
      <dgm:t>
        <a:bodyPr/>
        <a:lstStyle/>
        <a:p>
          <a:endParaRPr lang="en-US"/>
        </a:p>
      </dgm:t>
    </dgm:pt>
    <dgm:pt modelId="{8C6A0CED-49A4-4DB0-84B6-2429D6FA0EBC}" type="sibTrans" cxnId="{94B7FE60-C54C-4600-B77F-557637295A0C}">
      <dgm:prSet/>
      <dgm:spPr/>
      <dgm:t>
        <a:bodyPr/>
        <a:lstStyle/>
        <a:p>
          <a:endParaRPr lang="en-US"/>
        </a:p>
      </dgm:t>
    </dgm:pt>
    <dgm:pt modelId="{D1955D1F-ACDE-48AE-AA51-104E70ED6EF6}">
      <dgm:prSet/>
      <dgm:spPr/>
      <dgm:t>
        <a:bodyPr/>
        <a:lstStyle/>
        <a:p>
          <a:r>
            <a:rPr lang="en-US"/>
            <a:t>ProductService</a:t>
          </a:r>
        </a:p>
      </dgm:t>
    </dgm:pt>
    <dgm:pt modelId="{11CB2175-3FE9-4697-935A-010F6E2E45AE}" type="parTrans" cxnId="{D4AF0A8B-C6E4-44C0-A32F-89ED912F4662}">
      <dgm:prSet/>
      <dgm:spPr/>
      <dgm:t>
        <a:bodyPr/>
        <a:lstStyle/>
        <a:p>
          <a:endParaRPr lang="en-US"/>
        </a:p>
      </dgm:t>
    </dgm:pt>
    <dgm:pt modelId="{2E28B583-3FFF-4EC4-B418-6EA4C1DD5A8D}" type="sibTrans" cxnId="{D4AF0A8B-C6E4-44C0-A32F-89ED912F4662}">
      <dgm:prSet/>
      <dgm:spPr/>
      <dgm:t>
        <a:bodyPr/>
        <a:lstStyle/>
        <a:p>
          <a:endParaRPr lang="en-US"/>
        </a:p>
      </dgm:t>
    </dgm:pt>
    <dgm:pt modelId="{1BA67812-F474-459E-A3E6-8340DB05F98A}">
      <dgm:prSet/>
      <dgm:spPr/>
      <dgm:t>
        <a:bodyPr/>
        <a:lstStyle/>
        <a:p>
          <a:r>
            <a:rPr lang="en-US"/>
            <a:t>OrderService</a:t>
          </a:r>
        </a:p>
      </dgm:t>
    </dgm:pt>
    <dgm:pt modelId="{D007633E-B01A-47C7-B957-A6403C0AC10C}" type="parTrans" cxnId="{F7551698-45E0-4BB5-AA32-7194ABEFF200}">
      <dgm:prSet/>
      <dgm:spPr/>
      <dgm:t>
        <a:bodyPr/>
        <a:lstStyle/>
        <a:p>
          <a:endParaRPr lang="en-US"/>
        </a:p>
      </dgm:t>
    </dgm:pt>
    <dgm:pt modelId="{0E7F5318-4838-406C-B1C5-868AEECC50F9}" type="sibTrans" cxnId="{F7551698-45E0-4BB5-AA32-7194ABEFF200}">
      <dgm:prSet/>
      <dgm:spPr/>
      <dgm:t>
        <a:bodyPr/>
        <a:lstStyle/>
        <a:p>
          <a:endParaRPr lang="en-US"/>
        </a:p>
      </dgm:t>
    </dgm:pt>
    <dgm:pt modelId="{071E5D87-6DAD-4F86-ADA5-C5F70683F634}">
      <dgm:prSet/>
      <dgm:spPr/>
      <dgm:t>
        <a:bodyPr/>
        <a:lstStyle/>
        <a:p>
          <a:r>
            <a:rPr lang="en-US"/>
            <a:t>CartService</a:t>
          </a:r>
        </a:p>
      </dgm:t>
    </dgm:pt>
    <dgm:pt modelId="{70784CF1-DD9B-4A75-A0AA-9E2E5431A7BB}" type="parTrans" cxnId="{664C8267-985D-41E0-B5D9-3B188F697A8B}">
      <dgm:prSet/>
      <dgm:spPr/>
      <dgm:t>
        <a:bodyPr/>
        <a:lstStyle/>
        <a:p>
          <a:endParaRPr lang="en-US"/>
        </a:p>
      </dgm:t>
    </dgm:pt>
    <dgm:pt modelId="{1355DAD5-F767-473D-A498-D93639CBED5E}" type="sibTrans" cxnId="{664C8267-985D-41E0-B5D9-3B188F697A8B}">
      <dgm:prSet/>
      <dgm:spPr/>
      <dgm:t>
        <a:bodyPr/>
        <a:lstStyle/>
        <a:p>
          <a:endParaRPr lang="en-US"/>
        </a:p>
      </dgm:t>
    </dgm:pt>
    <dgm:pt modelId="{81C14421-D5F5-468E-9F13-4ABEDE794DEF}">
      <dgm:prSet/>
      <dgm:spPr/>
      <dgm:t>
        <a:bodyPr/>
        <a:lstStyle/>
        <a:p>
          <a:r>
            <a:rPr lang="en-IN"/>
            <a:t>AuthService</a:t>
          </a:r>
          <a:endParaRPr lang="en-US"/>
        </a:p>
      </dgm:t>
    </dgm:pt>
    <dgm:pt modelId="{D28AAFE9-4FF2-4BC3-A85E-155495C21BB5}" type="parTrans" cxnId="{F5F6ED2E-BB57-43E1-8B3F-4956C501DBC2}">
      <dgm:prSet/>
      <dgm:spPr/>
      <dgm:t>
        <a:bodyPr/>
        <a:lstStyle/>
        <a:p>
          <a:endParaRPr lang="en-US"/>
        </a:p>
      </dgm:t>
    </dgm:pt>
    <dgm:pt modelId="{72BDE0E6-1941-4AD9-A45C-655D7146E0F4}" type="sibTrans" cxnId="{F5F6ED2E-BB57-43E1-8B3F-4956C501DBC2}">
      <dgm:prSet/>
      <dgm:spPr/>
      <dgm:t>
        <a:bodyPr/>
        <a:lstStyle/>
        <a:p>
          <a:endParaRPr lang="en-US"/>
        </a:p>
      </dgm:t>
    </dgm:pt>
    <dgm:pt modelId="{CF8CC957-6B7E-4A66-9AC2-F51E3BBFE63A}" type="pres">
      <dgm:prSet presAssocID="{BD978291-D4B6-4F8B-A22A-AA4B31A0B3E9}" presName="vert0" presStyleCnt="0">
        <dgm:presLayoutVars>
          <dgm:dir/>
          <dgm:animOne val="branch"/>
          <dgm:animLvl val="lvl"/>
        </dgm:presLayoutVars>
      </dgm:prSet>
      <dgm:spPr/>
    </dgm:pt>
    <dgm:pt modelId="{2C169E45-B2CA-4A7E-B62B-347A1D2F50B3}" type="pres">
      <dgm:prSet presAssocID="{0B199341-3AEE-47B3-A9DF-5F03C60E2467}" presName="thickLine" presStyleLbl="alignNode1" presStyleIdx="0" presStyleCnt="5"/>
      <dgm:spPr/>
    </dgm:pt>
    <dgm:pt modelId="{97158666-737A-4CA6-B17B-9FDEF0B16549}" type="pres">
      <dgm:prSet presAssocID="{0B199341-3AEE-47B3-A9DF-5F03C60E2467}" presName="horz1" presStyleCnt="0"/>
      <dgm:spPr/>
    </dgm:pt>
    <dgm:pt modelId="{D8BF4C1B-9633-4320-8DD0-05C46D871FEF}" type="pres">
      <dgm:prSet presAssocID="{0B199341-3AEE-47B3-A9DF-5F03C60E2467}" presName="tx1" presStyleLbl="revTx" presStyleIdx="0" presStyleCnt="5"/>
      <dgm:spPr/>
    </dgm:pt>
    <dgm:pt modelId="{7496964E-5897-4E55-8677-A5A9951EA036}" type="pres">
      <dgm:prSet presAssocID="{0B199341-3AEE-47B3-A9DF-5F03C60E2467}" presName="vert1" presStyleCnt="0"/>
      <dgm:spPr/>
    </dgm:pt>
    <dgm:pt modelId="{F8957F16-795F-4036-8415-670F7530E564}" type="pres">
      <dgm:prSet presAssocID="{D1955D1F-ACDE-48AE-AA51-104E70ED6EF6}" presName="thickLine" presStyleLbl="alignNode1" presStyleIdx="1" presStyleCnt="5"/>
      <dgm:spPr/>
    </dgm:pt>
    <dgm:pt modelId="{61327187-93BF-47E7-BFB7-F19891A5BBF2}" type="pres">
      <dgm:prSet presAssocID="{D1955D1F-ACDE-48AE-AA51-104E70ED6EF6}" presName="horz1" presStyleCnt="0"/>
      <dgm:spPr/>
    </dgm:pt>
    <dgm:pt modelId="{8C7C0500-8BEF-4CF3-AB54-27D4FC488ED2}" type="pres">
      <dgm:prSet presAssocID="{D1955D1F-ACDE-48AE-AA51-104E70ED6EF6}" presName="tx1" presStyleLbl="revTx" presStyleIdx="1" presStyleCnt="5"/>
      <dgm:spPr/>
    </dgm:pt>
    <dgm:pt modelId="{FC3D6114-619D-4860-B6AE-02328074E03A}" type="pres">
      <dgm:prSet presAssocID="{D1955D1F-ACDE-48AE-AA51-104E70ED6EF6}" presName="vert1" presStyleCnt="0"/>
      <dgm:spPr/>
    </dgm:pt>
    <dgm:pt modelId="{5D5E275C-6BB0-4061-8A0B-FE10780EB95B}" type="pres">
      <dgm:prSet presAssocID="{1BA67812-F474-459E-A3E6-8340DB05F98A}" presName="thickLine" presStyleLbl="alignNode1" presStyleIdx="2" presStyleCnt="5"/>
      <dgm:spPr/>
    </dgm:pt>
    <dgm:pt modelId="{4F0B33F9-48C6-46E1-AC6F-3D8875706510}" type="pres">
      <dgm:prSet presAssocID="{1BA67812-F474-459E-A3E6-8340DB05F98A}" presName="horz1" presStyleCnt="0"/>
      <dgm:spPr/>
    </dgm:pt>
    <dgm:pt modelId="{0124A89F-1C44-47A4-88DF-A6EA7E1A748D}" type="pres">
      <dgm:prSet presAssocID="{1BA67812-F474-459E-A3E6-8340DB05F98A}" presName="tx1" presStyleLbl="revTx" presStyleIdx="2" presStyleCnt="5"/>
      <dgm:spPr/>
    </dgm:pt>
    <dgm:pt modelId="{F6E3D7AF-65E1-4190-A817-3F516CFE8637}" type="pres">
      <dgm:prSet presAssocID="{1BA67812-F474-459E-A3E6-8340DB05F98A}" presName="vert1" presStyleCnt="0"/>
      <dgm:spPr/>
    </dgm:pt>
    <dgm:pt modelId="{D43E2989-3974-4C84-9BCB-8F4007828B1A}" type="pres">
      <dgm:prSet presAssocID="{071E5D87-6DAD-4F86-ADA5-C5F70683F634}" presName="thickLine" presStyleLbl="alignNode1" presStyleIdx="3" presStyleCnt="5"/>
      <dgm:spPr/>
    </dgm:pt>
    <dgm:pt modelId="{FAE6C5C6-C930-43E8-A4C8-0870EA31D7D3}" type="pres">
      <dgm:prSet presAssocID="{071E5D87-6DAD-4F86-ADA5-C5F70683F634}" presName="horz1" presStyleCnt="0"/>
      <dgm:spPr/>
    </dgm:pt>
    <dgm:pt modelId="{89A93155-BCB4-4BF8-AE7D-DC875EE9E137}" type="pres">
      <dgm:prSet presAssocID="{071E5D87-6DAD-4F86-ADA5-C5F70683F634}" presName="tx1" presStyleLbl="revTx" presStyleIdx="3" presStyleCnt="5"/>
      <dgm:spPr/>
    </dgm:pt>
    <dgm:pt modelId="{1BBAFF52-A7B2-4384-8883-D27F82E4310F}" type="pres">
      <dgm:prSet presAssocID="{071E5D87-6DAD-4F86-ADA5-C5F70683F634}" presName="vert1" presStyleCnt="0"/>
      <dgm:spPr/>
    </dgm:pt>
    <dgm:pt modelId="{6215FEC4-DF8A-4996-B5D9-BC9485FCAA52}" type="pres">
      <dgm:prSet presAssocID="{81C14421-D5F5-468E-9F13-4ABEDE794DEF}" presName="thickLine" presStyleLbl="alignNode1" presStyleIdx="4" presStyleCnt="5"/>
      <dgm:spPr/>
    </dgm:pt>
    <dgm:pt modelId="{C2EF6569-2714-4CA5-85BD-58D362A208C0}" type="pres">
      <dgm:prSet presAssocID="{81C14421-D5F5-468E-9F13-4ABEDE794DEF}" presName="horz1" presStyleCnt="0"/>
      <dgm:spPr/>
    </dgm:pt>
    <dgm:pt modelId="{12F82D8B-507E-48A2-9DB1-D6A76D309945}" type="pres">
      <dgm:prSet presAssocID="{81C14421-D5F5-468E-9F13-4ABEDE794DEF}" presName="tx1" presStyleLbl="revTx" presStyleIdx="4" presStyleCnt="5"/>
      <dgm:spPr/>
    </dgm:pt>
    <dgm:pt modelId="{9EDDF904-A7ED-4A3A-9AC7-21C8590C18F8}" type="pres">
      <dgm:prSet presAssocID="{81C14421-D5F5-468E-9F13-4ABEDE794DEF}" presName="vert1" presStyleCnt="0"/>
      <dgm:spPr/>
    </dgm:pt>
  </dgm:ptLst>
  <dgm:cxnLst>
    <dgm:cxn modelId="{F5F6ED2E-BB57-43E1-8B3F-4956C501DBC2}" srcId="{BD978291-D4B6-4F8B-A22A-AA4B31A0B3E9}" destId="{81C14421-D5F5-468E-9F13-4ABEDE794DEF}" srcOrd="4" destOrd="0" parTransId="{D28AAFE9-4FF2-4BC3-A85E-155495C21BB5}" sibTransId="{72BDE0E6-1941-4AD9-A45C-655D7146E0F4}"/>
    <dgm:cxn modelId="{3B92413C-9451-46A2-BAB1-7A6D89DC1AC1}" type="presOf" srcId="{0B199341-3AEE-47B3-A9DF-5F03C60E2467}" destId="{D8BF4C1B-9633-4320-8DD0-05C46D871FEF}" srcOrd="0" destOrd="0" presId="urn:microsoft.com/office/officeart/2008/layout/LinedList"/>
    <dgm:cxn modelId="{94B7FE60-C54C-4600-B77F-557637295A0C}" srcId="{BD978291-D4B6-4F8B-A22A-AA4B31A0B3E9}" destId="{0B199341-3AEE-47B3-A9DF-5F03C60E2467}" srcOrd="0" destOrd="0" parTransId="{5B90003D-7811-4025-B87B-009695C2A92D}" sibTransId="{8C6A0CED-49A4-4DB0-84B6-2429D6FA0EBC}"/>
    <dgm:cxn modelId="{664C8267-985D-41E0-B5D9-3B188F697A8B}" srcId="{BD978291-D4B6-4F8B-A22A-AA4B31A0B3E9}" destId="{071E5D87-6DAD-4F86-ADA5-C5F70683F634}" srcOrd="3" destOrd="0" parTransId="{70784CF1-DD9B-4A75-A0AA-9E2E5431A7BB}" sibTransId="{1355DAD5-F767-473D-A498-D93639CBED5E}"/>
    <dgm:cxn modelId="{9C52476E-4A0B-4F4F-986B-1B0FDC271EEC}" type="presOf" srcId="{1BA67812-F474-459E-A3E6-8340DB05F98A}" destId="{0124A89F-1C44-47A4-88DF-A6EA7E1A748D}" srcOrd="0" destOrd="0" presId="urn:microsoft.com/office/officeart/2008/layout/LinedList"/>
    <dgm:cxn modelId="{69D5F74E-79C7-49E2-902C-0C6EC2A837F5}" type="presOf" srcId="{BD978291-D4B6-4F8B-A22A-AA4B31A0B3E9}" destId="{CF8CC957-6B7E-4A66-9AC2-F51E3BBFE63A}" srcOrd="0" destOrd="0" presId="urn:microsoft.com/office/officeart/2008/layout/LinedList"/>
    <dgm:cxn modelId="{D4AF0A8B-C6E4-44C0-A32F-89ED912F4662}" srcId="{BD978291-D4B6-4F8B-A22A-AA4B31A0B3E9}" destId="{D1955D1F-ACDE-48AE-AA51-104E70ED6EF6}" srcOrd="1" destOrd="0" parTransId="{11CB2175-3FE9-4697-935A-010F6E2E45AE}" sibTransId="{2E28B583-3FFF-4EC4-B418-6EA4C1DD5A8D}"/>
    <dgm:cxn modelId="{F7551698-45E0-4BB5-AA32-7194ABEFF200}" srcId="{BD978291-D4B6-4F8B-A22A-AA4B31A0B3E9}" destId="{1BA67812-F474-459E-A3E6-8340DB05F98A}" srcOrd="2" destOrd="0" parTransId="{D007633E-B01A-47C7-B957-A6403C0AC10C}" sibTransId="{0E7F5318-4838-406C-B1C5-868AEECC50F9}"/>
    <dgm:cxn modelId="{3D2A10AF-F49D-4D31-B7B7-AE7643F3C5F7}" type="presOf" srcId="{D1955D1F-ACDE-48AE-AA51-104E70ED6EF6}" destId="{8C7C0500-8BEF-4CF3-AB54-27D4FC488ED2}" srcOrd="0" destOrd="0" presId="urn:microsoft.com/office/officeart/2008/layout/LinedList"/>
    <dgm:cxn modelId="{877D3DF0-4DAD-45E5-9AFF-C1CF3B1F2F26}" type="presOf" srcId="{81C14421-D5F5-468E-9F13-4ABEDE794DEF}" destId="{12F82D8B-507E-48A2-9DB1-D6A76D309945}" srcOrd="0" destOrd="0" presId="urn:microsoft.com/office/officeart/2008/layout/LinedList"/>
    <dgm:cxn modelId="{5D01F5F3-CC26-4883-A90F-D3968E385F41}" type="presOf" srcId="{071E5D87-6DAD-4F86-ADA5-C5F70683F634}" destId="{89A93155-BCB4-4BF8-AE7D-DC875EE9E137}" srcOrd="0" destOrd="0" presId="urn:microsoft.com/office/officeart/2008/layout/LinedList"/>
    <dgm:cxn modelId="{06113619-A7DF-4DE4-8B03-AC02D2F49D12}" type="presParOf" srcId="{CF8CC957-6B7E-4A66-9AC2-F51E3BBFE63A}" destId="{2C169E45-B2CA-4A7E-B62B-347A1D2F50B3}" srcOrd="0" destOrd="0" presId="urn:microsoft.com/office/officeart/2008/layout/LinedList"/>
    <dgm:cxn modelId="{1C87C4E3-CD95-40AA-805E-475ADDA5AD65}" type="presParOf" srcId="{CF8CC957-6B7E-4A66-9AC2-F51E3BBFE63A}" destId="{97158666-737A-4CA6-B17B-9FDEF0B16549}" srcOrd="1" destOrd="0" presId="urn:microsoft.com/office/officeart/2008/layout/LinedList"/>
    <dgm:cxn modelId="{6C4BDD2A-BDAA-4DFD-A8B4-3F4B419988B7}" type="presParOf" srcId="{97158666-737A-4CA6-B17B-9FDEF0B16549}" destId="{D8BF4C1B-9633-4320-8DD0-05C46D871FEF}" srcOrd="0" destOrd="0" presId="urn:microsoft.com/office/officeart/2008/layout/LinedList"/>
    <dgm:cxn modelId="{6FCBFFBD-4A8C-42EB-A00F-4A1169C0A1D5}" type="presParOf" srcId="{97158666-737A-4CA6-B17B-9FDEF0B16549}" destId="{7496964E-5897-4E55-8677-A5A9951EA036}" srcOrd="1" destOrd="0" presId="urn:microsoft.com/office/officeart/2008/layout/LinedList"/>
    <dgm:cxn modelId="{C7EA196C-677B-49E2-8D28-6C0AF50AA474}" type="presParOf" srcId="{CF8CC957-6B7E-4A66-9AC2-F51E3BBFE63A}" destId="{F8957F16-795F-4036-8415-670F7530E564}" srcOrd="2" destOrd="0" presId="urn:microsoft.com/office/officeart/2008/layout/LinedList"/>
    <dgm:cxn modelId="{9B8F03F7-0E8A-403A-8F29-E42BB4F2BA29}" type="presParOf" srcId="{CF8CC957-6B7E-4A66-9AC2-F51E3BBFE63A}" destId="{61327187-93BF-47E7-BFB7-F19891A5BBF2}" srcOrd="3" destOrd="0" presId="urn:microsoft.com/office/officeart/2008/layout/LinedList"/>
    <dgm:cxn modelId="{5944FC21-77B6-4E2E-8959-D30037714BA6}" type="presParOf" srcId="{61327187-93BF-47E7-BFB7-F19891A5BBF2}" destId="{8C7C0500-8BEF-4CF3-AB54-27D4FC488ED2}" srcOrd="0" destOrd="0" presId="urn:microsoft.com/office/officeart/2008/layout/LinedList"/>
    <dgm:cxn modelId="{8398A800-F2B4-4059-9025-7C45401FAACC}" type="presParOf" srcId="{61327187-93BF-47E7-BFB7-F19891A5BBF2}" destId="{FC3D6114-619D-4860-B6AE-02328074E03A}" srcOrd="1" destOrd="0" presId="urn:microsoft.com/office/officeart/2008/layout/LinedList"/>
    <dgm:cxn modelId="{BAD53723-6698-4FE7-9955-8EEF1F9FC248}" type="presParOf" srcId="{CF8CC957-6B7E-4A66-9AC2-F51E3BBFE63A}" destId="{5D5E275C-6BB0-4061-8A0B-FE10780EB95B}" srcOrd="4" destOrd="0" presId="urn:microsoft.com/office/officeart/2008/layout/LinedList"/>
    <dgm:cxn modelId="{52D86E75-6054-43DB-87BC-D904B9FC13C0}" type="presParOf" srcId="{CF8CC957-6B7E-4A66-9AC2-F51E3BBFE63A}" destId="{4F0B33F9-48C6-46E1-AC6F-3D8875706510}" srcOrd="5" destOrd="0" presId="urn:microsoft.com/office/officeart/2008/layout/LinedList"/>
    <dgm:cxn modelId="{D44DADA5-6EBC-4830-873B-2632E452BC30}" type="presParOf" srcId="{4F0B33F9-48C6-46E1-AC6F-3D8875706510}" destId="{0124A89F-1C44-47A4-88DF-A6EA7E1A748D}" srcOrd="0" destOrd="0" presId="urn:microsoft.com/office/officeart/2008/layout/LinedList"/>
    <dgm:cxn modelId="{B00A65C5-735C-4968-AA54-AA17D0AD6304}" type="presParOf" srcId="{4F0B33F9-48C6-46E1-AC6F-3D8875706510}" destId="{F6E3D7AF-65E1-4190-A817-3F516CFE8637}" srcOrd="1" destOrd="0" presId="urn:microsoft.com/office/officeart/2008/layout/LinedList"/>
    <dgm:cxn modelId="{71F9F3C3-CADF-485B-84F3-43C2AC1B3192}" type="presParOf" srcId="{CF8CC957-6B7E-4A66-9AC2-F51E3BBFE63A}" destId="{D43E2989-3974-4C84-9BCB-8F4007828B1A}" srcOrd="6" destOrd="0" presId="urn:microsoft.com/office/officeart/2008/layout/LinedList"/>
    <dgm:cxn modelId="{3F8DF29B-5AD5-48CF-99BB-07DF63D27320}" type="presParOf" srcId="{CF8CC957-6B7E-4A66-9AC2-F51E3BBFE63A}" destId="{FAE6C5C6-C930-43E8-A4C8-0870EA31D7D3}" srcOrd="7" destOrd="0" presId="urn:microsoft.com/office/officeart/2008/layout/LinedList"/>
    <dgm:cxn modelId="{19CD31E1-A714-41EC-9823-5CB9E41EB746}" type="presParOf" srcId="{FAE6C5C6-C930-43E8-A4C8-0870EA31D7D3}" destId="{89A93155-BCB4-4BF8-AE7D-DC875EE9E137}" srcOrd="0" destOrd="0" presId="urn:microsoft.com/office/officeart/2008/layout/LinedList"/>
    <dgm:cxn modelId="{162DC970-1FF0-40FC-8E89-B2F7C8013FFD}" type="presParOf" srcId="{FAE6C5C6-C930-43E8-A4C8-0870EA31D7D3}" destId="{1BBAFF52-A7B2-4384-8883-D27F82E4310F}" srcOrd="1" destOrd="0" presId="urn:microsoft.com/office/officeart/2008/layout/LinedList"/>
    <dgm:cxn modelId="{B277CC03-1E34-4557-B988-1F8702F90DE2}" type="presParOf" srcId="{CF8CC957-6B7E-4A66-9AC2-F51E3BBFE63A}" destId="{6215FEC4-DF8A-4996-B5D9-BC9485FCAA52}" srcOrd="8" destOrd="0" presId="urn:microsoft.com/office/officeart/2008/layout/LinedList"/>
    <dgm:cxn modelId="{84B85B10-3717-40F2-B562-0894AEBC4236}" type="presParOf" srcId="{CF8CC957-6B7E-4A66-9AC2-F51E3BBFE63A}" destId="{C2EF6569-2714-4CA5-85BD-58D362A208C0}" srcOrd="9" destOrd="0" presId="urn:microsoft.com/office/officeart/2008/layout/LinedList"/>
    <dgm:cxn modelId="{7589B697-9D2F-4C19-BDAA-AC2E790CA060}" type="presParOf" srcId="{C2EF6569-2714-4CA5-85BD-58D362A208C0}" destId="{12F82D8B-507E-48A2-9DB1-D6A76D309945}" srcOrd="0" destOrd="0" presId="urn:microsoft.com/office/officeart/2008/layout/LinedList"/>
    <dgm:cxn modelId="{7A21878A-305E-4762-88A8-756B573BAEB7}" type="presParOf" srcId="{C2EF6569-2714-4CA5-85BD-58D362A208C0}" destId="{9EDDF904-A7ED-4A3A-9AC7-21C8590C18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3F2584-89A0-43D3-89F1-90B5AACB1635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7B90171-2AC5-400A-9EEC-5CEA0FBDCD78}">
      <dgm:prSet/>
      <dgm:spPr/>
      <dgm:t>
        <a:bodyPr/>
        <a:lstStyle/>
        <a:p>
          <a:r>
            <a:rPr lang="en-US"/>
            <a:t>AuthController</a:t>
          </a:r>
        </a:p>
      </dgm:t>
    </dgm:pt>
    <dgm:pt modelId="{3225559C-BFCC-4C53-9440-4C8877694A11}" type="parTrans" cxnId="{8DA739A2-1147-43FF-8435-6369B1094523}">
      <dgm:prSet/>
      <dgm:spPr/>
      <dgm:t>
        <a:bodyPr/>
        <a:lstStyle/>
        <a:p>
          <a:endParaRPr lang="en-US"/>
        </a:p>
      </dgm:t>
    </dgm:pt>
    <dgm:pt modelId="{D691AD2C-B560-4A0B-BF34-D90CC7E139D6}" type="sibTrans" cxnId="{8DA739A2-1147-43FF-8435-6369B1094523}">
      <dgm:prSet/>
      <dgm:spPr/>
      <dgm:t>
        <a:bodyPr/>
        <a:lstStyle/>
        <a:p>
          <a:endParaRPr lang="en-US"/>
        </a:p>
      </dgm:t>
    </dgm:pt>
    <dgm:pt modelId="{3F8BC1C2-A1B1-4E37-B511-0D7DABC6FE8C}">
      <dgm:prSet/>
      <dgm:spPr/>
      <dgm:t>
        <a:bodyPr/>
        <a:lstStyle/>
        <a:p>
          <a:r>
            <a:rPr lang="en-US"/>
            <a:t>ProductController</a:t>
          </a:r>
        </a:p>
      </dgm:t>
    </dgm:pt>
    <dgm:pt modelId="{53ECDDA8-5DAC-4FC1-B44F-9B4A0C685948}" type="parTrans" cxnId="{5B249F60-A9F8-4376-AA16-F0F536672092}">
      <dgm:prSet/>
      <dgm:spPr/>
      <dgm:t>
        <a:bodyPr/>
        <a:lstStyle/>
        <a:p>
          <a:endParaRPr lang="en-US"/>
        </a:p>
      </dgm:t>
    </dgm:pt>
    <dgm:pt modelId="{55F73454-EFFC-4432-8CF1-3183E36FE9D0}" type="sibTrans" cxnId="{5B249F60-A9F8-4376-AA16-F0F536672092}">
      <dgm:prSet/>
      <dgm:spPr/>
      <dgm:t>
        <a:bodyPr/>
        <a:lstStyle/>
        <a:p>
          <a:endParaRPr lang="en-US"/>
        </a:p>
      </dgm:t>
    </dgm:pt>
    <dgm:pt modelId="{AF300D09-8EBD-40A8-AAF0-9B8BEBD5083D}">
      <dgm:prSet/>
      <dgm:spPr/>
      <dgm:t>
        <a:bodyPr/>
        <a:lstStyle/>
        <a:p>
          <a:r>
            <a:rPr lang="en-US"/>
            <a:t>CartController</a:t>
          </a:r>
        </a:p>
      </dgm:t>
    </dgm:pt>
    <dgm:pt modelId="{558A9992-88BE-4314-956B-79E9E3969791}" type="parTrans" cxnId="{D3282C15-300A-4D6C-9415-C7D9BCDA76A8}">
      <dgm:prSet/>
      <dgm:spPr/>
      <dgm:t>
        <a:bodyPr/>
        <a:lstStyle/>
        <a:p>
          <a:endParaRPr lang="en-US"/>
        </a:p>
      </dgm:t>
    </dgm:pt>
    <dgm:pt modelId="{FF98CBDC-32AC-4ABB-8AB8-627F1F87997F}" type="sibTrans" cxnId="{D3282C15-300A-4D6C-9415-C7D9BCDA76A8}">
      <dgm:prSet/>
      <dgm:spPr/>
      <dgm:t>
        <a:bodyPr/>
        <a:lstStyle/>
        <a:p>
          <a:endParaRPr lang="en-US"/>
        </a:p>
      </dgm:t>
    </dgm:pt>
    <dgm:pt modelId="{34C4070F-6CE2-4FCE-ADA8-31016A873809}">
      <dgm:prSet/>
      <dgm:spPr/>
      <dgm:t>
        <a:bodyPr/>
        <a:lstStyle/>
        <a:p>
          <a:r>
            <a:rPr lang="en-US"/>
            <a:t>OrderController</a:t>
          </a:r>
        </a:p>
      </dgm:t>
    </dgm:pt>
    <dgm:pt modelId="{573279B8-8C3E-4D24-BDBC-04AF92A8D429}" type="parTrans" cxnId="{9E352788-6668-4C7D-8D0E-05192F897DC8}">
      <dgm:prSet/>
      <dgm:spPr/>
      <dgm:t>
        <a:bodyPr/>
        <a:lstStyle/>
        <a:p>
          <a:endParaRPr lang="en-US"/>
        </a:p>
      </dgm:t>
    </dgm:pt>
    <dgm:pt modelId="{B11F06FF-095A-4428-B5E7-20180AB04CC7}" type="sibTrans" cxnId="{9E352788-6668-4C7D-8D0E-05192F897DC8}">
      <dgm:prSet/>
      <dgm:spPr/>
      <dgm:t>
        <a:bodyPr/>
        <a:lstStyle/>
        <a:p>
          <a:endParaRPr lang="en-US"/>
        </a:p>
      </dgm:t>
    </dgm:pt>
    <dgm:pt modelId="{86DBCB15-71FD-40C1-A82B-77680FA6CFF7}">
      <dgm:prSet/>
      <dgm:spPr/>
      <dgm:t>
        <a:bodyPr/>
        <a:lstStyle/>
        <a:p>
          <a:r>
            <a:rPr lang="en-US"/>
            <a:t>AdminController</a:t>
          </a:r>
        </a:p>
      </dgm:t>
    </dgm:pt>
    <dgm:pt modelId="{8FDC3680-A0FB-4619-93D0-38B892BA096C}" type="parTrans" cxnId="{92B4798C-3AE3-46EF-B4DC-5D558CD786C5}">
      <dgm:prSet/>
      <dgm:spPr/>
      <dgm:t>
        <a:bodyPr/>
        <a:lstStyle/>
        <a:p>
          <a:endParaRPr lang="en-US"/>
        </a:p>
      </dgm:t>
    </dgm:pt>
    <dgm:pt modelId="{03EF5AEE-230A-409B-812B-81DD5B2C2758}" type="sibTrans" cxnId="{92B4798C-3AE3-46EF-B4DC-5D558CD786C5}">
      <dgm:prSet/>
      <dgm:spPr/>
      <dgm:t>
        <a:bodyPr/>
        <a:lstStyle/>
        <a:p>
          <a:endParaRPr lang="en-US"/>
        </a:p>
      </dgm:t>
    </dgm:pt>
    <dgm:pt modelId="{87216C37-69B9-4737-987C-DBF752191F0A}">
      <dgm:prSet/>
      <dgm:spPr/>
      <dgm:t>
        <a:bodyPr/>
        <a:lstStyle/>
        <a:p>
          <a:r>
            <a:rPr lang="en-US"/>
            <a:t>UserController</a:t>
          </a:r>
        </a:p>
      </dgm:t>
    </dgm:pt>
    <dgm:pt modelId="{C837C71B-70F1-4DEF-91A1-B782FBC4D277}" type="parTrans" cxnId="{CD8AFEB1-4051-4D11-BAEC-172A031812AE}">
      <dgm:prSet/>
      <dgm:spPr/>
      <dgm:t>
        <a:bodyPr/>
        <a:lstStyle/>
        <a:p>
          <a:endParaRPr lang="en-US"/>
        </a:p>
      </dgm:t>
    </dgm:pt>
    <dgm:pt modelId="{CEF6F72E-8F9C-4DEA-AAB4-15B4368B31A0}" type="sibTrans" cxnId="{CD8AFEB1-4051-4D11-BAEC-172A031812AE}">
      <dgm:prSet/>
      <dgm:spPr/>
      <dgm:t>
        <a:bodyPr/>
        <a:lstStyle/>
        <a:p>
          <a:endParaRPr lang="en-US"/>
        </a:p>
      </dgm:t>
    </dgm:pt>
    <dgm:pt modelId="{199809E1-A172-4179-BD2E-C1AEF221C1F1}" type="pres">
      <dgm:prSet presAssocID="{2F3F2584-89A0-43D3-89F1-90B5AACB1635}" presName="vert0" presStyleCnt="0">
        <dgm:presLayoutVars>
          <dgm:dir/>
          <dgm:animOne val="branch"/>
          <dgm:animLvl val="lvl"/>
        </dgm:presLayoutVars>
      </dgm:prSet>
      <dgm:spPr/>
    </dgm:pt>
    <dgm:pt modelId="{EAC36A15-C97C-4888-BF0F-0B5D18DB33C0}" type="pres">
      <dgm:prSet presAssocID="{67B90171-2AC5-400A-9EEC-5CEA0FBDCD78}" presName="thickLine" presStyleLbl="alignNode1" presStyleIdx="0" presStyleCnt="6"/>
      <dgm:spPr/>
    </dgm:pt>
    <dgm:pt modelId="{740867D4-A7D7-401E-90C8-8338501481AC}" type="pres">
      <dgm:prSet presAssocID="{67B90171-2AC5-400A-9EEC-5CEA0FBDCD78}" presName="horz1" presStyleCnt="0"/>
      <dgm:spPr/>
    </dgm:pt>
    <dgm:pt modelId="{57E1E6FD-7206-40A0-9504-AE352EF60DFD}" type="pres">
      <dgm:prSet presAssocID="{67B90171-2AC5-400A-9EEC-5CEA0FBDCD78}" presName="tx1" presStyleLbl="revTx" presStyleIdx="0" presStyleCnt="6"/>
      <dgm:spPr/>
    </dgm:pt>
    <dgm:pt modelId="{F36E9A2F-BD0F-4617-8624-8E3928088B3D}" type="pres">
      <dgm:prSet presAssocID="{67B90171-2AC5-400A-9EEC-5CEA0FBDCD78}" presName="vert1" presStyleCnt="0"/>
      <dgm:spPr/>
    </dgm:pt>
    <dgm:pt modelId="{BE65E24E-FCCD-4F3E-AD17-EE1CE6FE60B6}" type="pres">
      <dgm:prSet presAssocID="{3F8BC1C2-A1B1-4E37-B511-0D7DABC6FE8C}" presName="thickLine" presStyleLbl="alignNode1" presStyleIdx="1" presStyleCnt="6"/>
      <dgm:spPr/>
    </dgm:pt>
    <dgm:pt modelId="{B6D6812A-7ED2-41E4-9AF5-F86D64BB5521}" type="pres">
      <dgm:prSet presAssocID="{3F8BC1C2-A1B1-4E37-B511-0D7DABC6FE8C}" presName="horz1" presStyleCnt="0"/>
      <dgm:spPr/>
    </dgm:pt>
    <dgm:pt modelId="{CDE61F83-FA24-45A8-B31B-0CB9EA3AAEC0}" type="pres">
      <dgm:prSet presAssocID="{3F8BC1C2-A1B1-4E37-B511-0D7DABC6FE8C}" presName="tx1" presStyleLbl="revTx" presStyleIdx="1" presStyleCnt="6"/>
      <dgm:spPr/>
    </dgm:pt>
    <dgm:pt modelId="{48053966-5EFF-4B3B-9363-C25B38367BEB}" type="pres">
      <dgm:prSet presAssocID="{3F8BC1C2-A1B1-4E37-B511-0D7DABC6FE8C}" presName="vert1" presStyleCnt="0"/>
      <dgm:spPr/>
    </dgm:pt>
    <dgm:pt modelId="{2CE3F9F5-F804-4D83-AC8C-0F4FC541C3F9}" type="pres">
      <dgm:prSet presAssocID="{AF300D09-8EBD-40A8-AAF0-9B8BEBD5083D}" presName="thickLine" presStyleLbl="alignNode1" presStyleIdx="2" presStyleCnt="6"/>
      <dgm:spPr/>
    </dgm:pt>
    <dgm:pt modelId="{0B20F14A-0274-4432-B1EB-F55DD7DF538D}" type="pres">
      <dgm:prSet presAssocID="{AF300D09-8EBD-40A8-AAF0-9B8BEBD5083D}" presName="horz1" presStyleCnt="0"/>
      <dgm:spPr/>
    </dgm:pt>
    <dgm:pt modelId="{6041BCC0-E5E0-484A-BFF4-720FC69295AD}" type="pres">
      <dgm:prSet presAssocID="{AF300D09-8EBD-40A8-AAF0-9B8BEBD5083D}" presName="tx1" presStyleLbl="revTx" presStyleIdx="2" presStyleCnt="6"/>
      <dgm:spPr/>
    </dgm:pt>
    <dgm:pt modelId="{15523664-9D30-4B53-817B-FD401CA99A9B}" type="pres">
      <dgm:prSet presAssocID="{AF300D09-8EBD-40A8-AAF0-9B8BEBD5083D}" presName="vert1" presStyleCnt="0"/>
      <dgm:spPr/>
    </dgm:pt>
    <dgm:pt modelId="{D0C2A005-1130-4B6D-B33D-AF892FD63C66}" type="pres">
      <dgm:prSet presAssocID="{34C4070F-6CE2-4FCE-ADA8-31016A873809}" presName="thickLine" presStyleLbl="alignNode1" presStyleIdx="3" presStyleCnt="6"/>
      <dgm:spPr/>
    </dgm:pt>
    <dgm:pt modelId="{97549370-E7F7-4CA8-866A-5428E8A4DB2E}" type="pres">
      <dgm:prSet presAssocID="{34C4070F-6CE2-4FCE-ADA8-31016A873809}" presName="horz1" presStyleCnt="0"/>
      <dgm:spPr/>
    </dgm:pt>
    <dgm:pt modelId="{9BF17FC2-91E7-40E0-945A-476202800907}" type="pres">
      <dgm:prSet presAssocID="{34C4070F-6CE2-4FCE-ADA8-31016A873809}" presName="tx1" presStyleLbl="revTx" presStyleIdx="3" presStyleCnt="6"/>
      <dgm:spPr/>
    </dgm:pt>
    <dgm:pt modelId="{BC04FBCE-A845-4DA6-A1AD-3B477CA6B7C1}" type="pres">
      <dgm:prSet presAssocID="{34C4070F-6CE2-4FCE-ADA8-31016A873809}" presName="vert1" presStyleCnt="0"/>
      <dgm:spPr/>
    </dgm:pt>
    <dgm:pt modelId="{7F69E6C9-1CBA-4147-950F-17B6C5AA1D99}" type="pres">
      <dgm:prSet presAssocID="{86DBCB15-71FD-40C1-A82B-77680FA6CFF7}" presName="thickLine" presStyleLbl="alignNode1" presStyleIdx="4" presStyleCnt="6"/>
      <dgm:spPr/>
    </dgm:pt>
    <dgm:pt modelId="{8C3331B9-B2D0-4435-BB74-F78684BD5ED0}" type="pres">
      <dgm:prSet presAssocID="{86DBCB15-71FD-40C1-A82B-77680FA6CFF7}" presName="horz1" presStyleCnt="0"/>
      <dgm:spPr/>
    </dgm:pt>
    <dgm:pt modelId="{C72C6FB3-F16A-41B1-A247-D348BEDA8DBF}" type="pres">
      <dgm:prSet presAssocID="{86DBCB15-71FD-40C1-A82B-77680FA6CFF7}" presName="tx1" presStyleLbl="revTx" presStyleIdx="4" presStyleCnt="6"/>
      <dgm:spPr/>
    </dgm:pt>
    <dgm:pt modelId="{95DAEF23-4739-4DF4-B983-AF3D1F1D56C4}" type="pres">
      <dgm:prSet presAssocID="{86DBCB15-71FD-40C1-A82B-77680FA6CFF7}" presName="vert1" presStyleCnt="0"/>
      <dgm:spPr/>
    </dgm:pt>
    <dgm:pt modelId="{F7C910C0-FB24-4787-9769-699A6F767E9D}" type="pres">
      <dgm:prSet presAssocID="{87216C37-69B9-4737-987C-DBF752191F0A}" presName="thickLine" presStyleLbl="alignNode1" presStyleIdx="5" presStyleCnt="6"/>
      <dgm:spPr/>
    </dgm:pt>
    <dgm:pt modelId="{25828986-6339-4E46-8E40-4887240BA546}" type="pres">
      <dgm:prSet presAssocID="{87216C37-69B9-4737-987C-DBF752191F0A}" presName="horz1" presStyleCnt="0"/>
      <dgm:spPr/>
    </dgm:pt>
    <dgm:pt modelId="{B632C78C-B422-4480-A050-9F848ED51077}" type="pres">
      <dgm:prSet presAssocID="{87216C37-69B9-4737-987C-DBF752191F0A}" presName="tx1" presStyleLbl="revTx" presStyleIdx="5" presStyleCnt="6"/>
      <dgm:spPr/>
    </dgm:pt>
    <dgm:pt modelId="{B25F56AB-CA55-41F6-992D-9AFF9744868F}" type="pres">
      <dgm:prSet presAssocID="{87216C37-69B9-4737-987C-DBF752191F0A}" presName="vert1" presStyleCnt="0"/>
      <dgm:spPr/>
    </dgm:pt>
  </dgm:ptLst>
  <dgm:cxnLst>
    <dgm:cxn modelId="{2A266813-C8F6-41E4-B0C7-4A1594987348}" type="presOf" srcId="{67B90171-2AC5-400A-9EEC-5CEA0FBDCD78}" destId="{57E1E6FD-7206-40A0-9504-AE352EF60DFD}" srcOrd="0" destOrd="0" presId="urn:microsoft.com/office/officeart/2008/layout/LinedList"/>
    <dgm:cxn modelId="{D3282C15-300A-4D6C-9415-C7D9BCDA76A8}" srcId="{2F3F2584-89A0-43D3-89F1-90B5AACB1635}" destId="{AF300D09-8EBD-40A8-AAF0-9B8BEBD5083D}" srcOrd="2" destOrd="0" parTransId="{558A9992-88BE-4314-956B-79E9E3969791}" sibTransId="{FF98CBDC-32AC-4ABB-8AB8-627F1F87997F}"/>
    <dgm:cxn modelId="{2B0D7924-C325-4390-AB81-185EEF9E65DA}" type="presOf" srcId="{2F3F2584-89A0-43D3-89F1-90B5AACB1635}" destId="{199809E1-A172-4179-BD2E-C1AEF221C1F1}" srcOrd="0" destOrd="0" presId="urn:microsoft.com/office/officeart/2008/layout/LinedList"/>
    <dgm:cxn modelId="{5B249F60-A9F8-4376-AA16-F0F536672092}" srcId="{2F3F2584-89A0-43D3-89F1-90B5AACB1635}" destId="{3F8BC1C2-A1B1-4E37-B511-0D7DABC6FE8C}" srcOrd="1" destOrd="0" parTransId="{53ECDDA8-5DAC-4FC1-B44F-9B4A0C685948}" sibTransId="{55F73454-EFFC-4432-8CF1-3183E36FE9D0}"/>
    <dgm:cxn modelId="{3548BD68-5AD7-453B-9953-9B19CA1BC318}" type="presOf" srcId="{3F8BC1C2-A1B1-4E37-B511-0D7DABC6FE8C}" destId="{CDE61F83-FA24-45A8-B31B-0CB9EA3AAEC0}" srcOrd="0" destOrd="0" presId="urn:microsoft.com/office/officeart/2008/layout/LinedList"/>
    <dgm:cxn modelId="{7AEBA649-805E-44B2-AC7A-1C064B905CD6}" type="presOf" srcId="{34C4070F-6CE2-4FCE-ADA8-31016A873809}" destId="{9BF17FC2-91E7-40E0-945A-476202800907}" srcOrd="0" destOrd="0" presId="urn:microsoft.com/office/officeart/2008/layout/LinedList"/>
    <dgm:cxn modelId="{9E352788-6668-4C7D-8D0E-05192F897DC8}" srcId="{2F3F2584-89A0-43D3-89F1-90B5AACB1635}" destId="{34C4070F-6CE2-4FCE-ADA8-31016A873809}" srcOrd="3" destOrd="0" parTransId="{573279B8-8C3E-4D24-BDBC-04AF92A8D429}" sibTransId="{B11F06FF-095A-4428-B5E7-20180AB04CC7}"/>
    <dgm:cxn modelId="{92B4798C-3AE3-46EF-B4DC-5D558CD786C5}" srcId="{2F3F2584-89A0-43D3-89F1-90B5AACB1635}" destId="{86DBCB15-71FD-40C1-A82B-77680FA6CFF7}" srcOrd="4" destOrd="0" parTransId="{8FDC3680-A0FB-4619-93D0-38B892BA096C}" sibTransId="{03EF5AEE-230A-409B-812B-81DD5B2C2758}"/>
    <dgm:cxn modelId="{8DA739A2-1147-43FF-8435-6369B1094523}" srcId="{2F3F2584-89A0-43D3-89F1-90B5AACB1635}" destId="{67B90171-2AC5-400A-9EEC-5CEA0FBDCD78}" srcOrd="0" destOrd="0" parTransId="{3225559C-BFCC-4C53-9440-4C8877694A11}" sibTransId="{D691AD2C-B560-4A0B-BF34-D90CC7E139D6}"/>
    <dgm:cxn modelId="{7DD791A8-97D0-47D0-8AC8-C063E1DA2184}" type="presOf" srcId="{87216C37-69B9-4737-987C-DBF752191F0A}" destId="{B632C78C-B422-4480-A050-9F848ED51077}" srcOrd="0" destOrd="0" presId="urn:microsoft.com/office/officeart/2008/layout/LinedList"/>
    <dgm:cxn modelId="{CD8AFEB1-4051-4D11-BAEC-172A031812AE}" srcId="{2F3F2584-89A0-43D3-89F1-90B5AACB1635}" destId="{87216C37-69B9-4737-987C-DBF752191F0A}" srcOrd="5" destOrd="0" parTransId="{C837C71B-70F1-4DEF-91A1-B782FBC4D277}" sibTransId="{CEF6F72E-8F9C-4DEA-AAB4-15B4368B31A0}"/>
    <dgm:cxn modelId="{25519DF0-9A3F-4C8D-A07D-B06E597D33C8}" type="presOf" srcId="{AF300D09-8EBD-40A8-AAF0-9B8BEBD5083D}" destId="{6041BCC0-E5E0-484A-BFF4-720FC69295AD}" srcOrd="0" destOrd="0" presId="urn:microsoft.com/office/officeart/2008/layout/LinedList"/>
    <dgm:cxn modelId="{8C750EF8-2FF4-4098-A8F3-75495CE3ABE5}" type="presOf" srcId="{86DBCB15-71FD-40C1-A82B-77680FA6CFF7}" destId="{C72C6FB3-F16A-41B1-A247-D348BEDA8DBF}" srcOrd="0" destOrd="0" presId="urn:microsoft.com/office/officeart/2008/layout/LinedList"/>
    <dgm:cxn modelId="{D6C2A9A8-C530-441F-960C-1603E0069532}" type="presParOf" srcId="{199809E1-A172-4179-BD2E-C1AEF221C1F1}" destId="{EAC36A15-C97C-4888-BF0F-0B5D18DB33C0}" srcOrd="0" destOrd="0" presId="urn:microsoft.com/office/officeart/2008/layout/LinedList"/>
    <dgm:cxn modelId="{7C73D61C-F640-41E2-9122-46504BEDBBDE}" type="presParOf" srcId="{199809E1-A172-4179-BD2E-C1AEF221C1F1}" destId="{740867D4-A7D7-401E-90C8-8338501481AC}" srcOrd="1" destOrd="0" presId="urn:microsoft.com/office/officeart/2008/layout/LinedList"/>
    <dgm:cxn modelId="{DA023F52-2D22-49D1-864C-28160A10971B}" type="presParOf" srcId="{740867D4-A7D7-401E-90C8-8338501481AC}" destId="{57E1E6FD-7206-40A0-9504-AE352EF60DFD}" srcOrd="0" destOrd="0" presId="urn:microsoft.com/office/officeart/2008/layout/LinedList"/>
    <dgm:cxn modelId="{9C5125CB-8C7E-46C1-B04C-BA50DB26C7CB}" type="presParOf" srcId="{740867D4-A7D7-401E-90C8-8338501481AC}" destId="{F36E9A2F-BD0F-4617-8624-8E3928088B3D}" srcOrd="1" destOrd="0" presId="urn:microsoft.com/office/officeart/2008/layout/LinedList"/>
    <dgm:cxn modelId="{7C3FBB4B-C95D-4CDA-909A-63F996AC6BD6}" type="presParOf" srcId="{199809E1-A172-4179-BD2E-C1AEF221C1F1}" destId="{BE65E24E-FCCD-4F3E-AD17-EE1CE6FE60B6}" srcOrd="2" destOrd="0" presId="urn:microsoft.com/office/officeart/2008/layout/LinedList"/>
    <dgm:cxn modelId="{1EF1F33A-BC4D-40D5-B2E5-E81775D12BC5}" type="presParOf" srcId="{199809E1-A172-4179-BD2E-C1AEF221C1F1}" destId="{B6D6812A-7ED2-41E4-9AF5-F86D64BB5521}" srcOrd="3" destOrd="0" presId="urn:microsoft.com/office/officeart/2008/layout/LinedList"/>
    <dgm:cxn modelId="{061484DC-57D7-4EB9-A2F7-8431C735C930}" type="presParOf" srcId="{B6D6812A-7ED2-41E4-9AF5-F86D64BB5521}" destId="{CDE61F83-FA24-45A8-B31B-0CB9EA3AAEC0}" srcOrd="0" destOrd="0" presId="urn:microsoft.com/office/officeart/2008/layout/LinedList"/>
    <dgm:cxn modelId="{3EC31515-9DBA-4D6F-9113-7A419E22F249}" type="presParOf" srcId="{B6D6812A-7ED2-41E4-9AF5-F86D64BB5521}" destId="{48053966-5EFF-4B3B-9363-C25B38367BEB}" srcOrd="1" destOrd="0" presId="urn:microsoft.com/office/officeart/2008/layout/LinedList"/>
    <dgm:cxn modelId="{7B97F5FF-2D09-4BD8-AD35-6756C3940317}" type="presParOf" srcId="{199809E1-A172-4179-BD2E-C1AEF221C1F1}" destId="{2CE3F9F5-F804-4D83-AC8C-0F4FC541C3F9}" srcOrd="4" destOrd="0" presId="urn:microsoft.com/office/officeart/2008/layout/LinedList"/>
    <dgm:cxn modelId="{ECC7A096-4C72-4F0A-9A12-51EA814CA2C7}" type="presParOf" srcId="{199809E1-A172-4179-BD2E-C1AEF221C1F1}" destId="{0B20F14A-0274-4432-B1EB-F55DD7DF538D}" srcOrd="5" destOrd="0" presId="urn:microsoft.com/office/officeart/2008/layout/LinedList"/>
    <dgm:cxn modelId="{ED150429-3FED-429F-99AB-E68A7501E7D8}" type="presParOf" srcId="{0B20F14A-0274-4432-B1EB-F55DD7DF538D}" destId="{6041BCC0-E5E0-484A-BFF4-720FC69295AD}" srcOrd="0" destOrd="0" presId="urn:microsoft.com/office/officeart/2008/layout/LinedList"/>
    <dgm:cxn modelId="{E169CD44-78D7-42F5-9E73-3709AECA6931}" type="presParOf" srcId="{0B20F14A-0274-4432-B1EB-F55DD7DF538D}" destId="{15523664-9D30-4B53-817B-FD401CA99A9B}" srcOrd="1" destOrd="0" presId="urn:microsoft.com/office/officeart/2008/layout/LinedList"/>
    <dgm:cxn modelId="{15487E3F-6EA5-4E11-BB1D-895B1D184C4D}" type="presParOf" srcId="{199809E1-A172-4179-BD2E-C1AEF221C1F1}" destId="{D0C2A005-1130-4B6D-B33D-AF892FD63C66}" srcOrd="6" destOrd="0" presId="urn:microsoft.com/office/officeart/2008/layout/LinedList"/>
    <dgm:cxn modelId="{5A7A86C3-4F89-494D-A38A-638E356B0A4B}" type="presParOf" srcId="{199809E1-A172-4179-BD2E-C1AEF221C1F1}" destId="{97549370-E7F7-4CA8-866A-5428E8A4DB2E}" srcOrd="7" destOrd="0" presId="urn:microsoft.com/office/officeart/2008/layout/LinedList"/>
    <dgm:cxn modelId="{19130150-1595-4C7F-959A-82152B877EF0}" type="presParOf" srcId="{97549370-E7F7-4CA8-866A-5428E8A4DB2E}" destId="{9BF17FC2-91E7-40E0-945A-476202800907}" srcOrd="0" destOrd="0" presId="urn:microsoft.com/office/officeart/2008/layout/LinedList"/>
    <dgm:cxn modelId="{15FFA42B-7C48-4EDA-84D2-31141A3B68D0}" type="presParOf" srcId="{97549370-E7F7-4CA8-866A-5428E8A4DB2E}" destId="{BC04FBCE-A845-4DA6-A1AD-3B477CA6B7C1}" srcOrd="1" destOrd="0" presId="urn:microsoft.com/office/officeart/2008/layout/LinedList"/>
    <dgm:cxn modelId="{CE8AA555-2131-49DD-B95C-D32E707427F7}" type="presParOf" srcId="{199809E1-A172-4179-BD2E-C1AEF221C1F1}" destId="{7F69E6C9-1CBA-4147-950F-17B6C5AA1D99}" srcOrd="8" destOrd="0" presId="urn:microsoft.com/office/officeart/2008/layout/LinedList"/>
    <dgm:cxn modelId="{6A16CB41-4EA3-44E1-AF02-BDB4DD932E54}" type="presParOf" srcId="{199809E1-A172-4179-BD2E-C1AEF221C1F1}" destId="{8C3331B9-B2D0-4435-BB74-F78684BD5ED0}" srcOrd="9" destOrd="0" presId="urn:microsoft.com/office/officeart/2008/layout/LinedList"/>
    <dgm:cxn modelId="{62839C06-C124-4388-8FE6-52BBC7779655}" type="presParOf" srcId="{8C3331B9-B2D0-4435-BB74-F78684BD5ED0}" destId="{C72C6FB3-F16A-41B1-A247-D348BEDA8DBF}" srcOrd="0" destOrd="0" presId="urn:microsoft.com/office/officeart/2008/layout/LinedList"/>
    <dgm:cxn modelId="{DC6837D9-89BA-4F1F-880A-06DE1E69160D}" type="presParOf" srcId="{8C3331B9-B2D0-4435-BB74-F78684BD5ED0}" destId="{95DAEF23-4739-4DF4-B983-AF3D1F1D56C4}" srcOrd="1" destOrd="0" presId="urn:microsoft.com/office/officeart/2008/layout/LinedList"/>
    <dgm:cxn modelId="{BEA97215-7DCA-4E01-A9EA-3E20658D5E15}" type="presParOf" srcId="{199809E1-A172-4179-BD2E-C1AEF221C1F1}" destId="{F7C910C0-FB24-4787-9769-699A6F767E9D}" srcOrd="10" destOrd="0" presId="urn:microsoft.com/office/officeart/2008/layout/LinedList"/>
    <dgm:cxn modelId="{C42C4BCB-2691-4067-8CD0-EE031D8C1950}" type="presParOf" srcId="{199809E1-A172-4179-BD2E-C1AEF221C1F1}" destId="{25828986-6339-4E46-8E40-4887240BA546}" srcOrd="11" destOrd="0" presId="urn:microsoft.com/office/officeart/2008/layout/LinedList"/>
    <dgm:cxn modelId="{59614F99-6B14-48D5-AED9-B368EC28AC0E}" type="presParOf" srcId="{25828986-6339-4E46-8E40-4887240BA546}" destId="{B632C78C-B422-4480-A050-9F848ED51077}" srcOrd="0" destOrd="0" presId="urn:microsoft.com/office/officeart/2008/layout/LinedList"/>
    <dgm:cxn modelId="{36C2E0CD-3F6D-410F-9554-B7B62E98E4F7}" type="presParOf" srcId="{25828986-6339-4E46-8E40-4887240BA546}" destId="{B25F56AB-CA55-41F6-992D-9AFF974486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01BCE6-84C4-4D83-8011-E674492128A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FBE626-42B5-4F99-92A2-CF3061611467}">
      <dgm:prSet/>
      <dgm:spPr/>
      <dgm:t>
        <a:bodyPr/>
        <a:lstStyle/>
        <a:p>
          <a:r>
            <a:rPr lang="en-US"/>
            <a:t>login()</a:t>
          </a:r>
        </a:p>
      </dgm:t>
    </dgm:pt>
    <dgm:pt modelId="{56884FB6-7BD7-489D-B1E8-C253069D179C}" type="parTrans" cxnId="{0AB709B0-E05C-4235-A662-ACEA4B5F506F}">
      <dgm:prSet/>
      <dgm:spPr/>
      <dgm:t>
        <a:bodyPr/>
        <a:lstStyle/>
        <a:p>
          <a:endParaRPr lang="en-US"/>
        </a:p>
      </dgm:t>
    </dgm:pt>
    <dgm:pt modelId="{688BAB58-B6E1-4469-9EB0-F8BB17F44F49}" type="sibTrans" cxnId="{0AB709B0-E05C-4235-A662-ACEA4B5F506F}">
      <dgm:prSet/>
      <dgm:spPr/>
      <dgm:t>
        <a:bodyPr/>
        <a:lstStyle/>
        <a:p>
          <a:endParaRPr lang="en-US"/>
        </a:p>
      </dgm:t>
    </dgm:pt>
    <dgm:pt modelId="{8515AA09-22C3-4B50-B61C-5F55B26F6859}">
      <dgm:prSet/>
      <dgm:spPr/>
      <dgm:t>
        <a:bodyPr/>
        <a:lstStyle/>
        <a:p>
          <a:r>
            <a:rPr lang="en-US"/>
            <a:t>register()</a:t>
          </a:r>
        </a:p>
      </dgm:t>
    </dgm:pt>
    <dgm:pt modelId="{61C52EAA-3FE9-40EF-B037-527439A6A98B}" type="parTrans" cxnId="{EC67BACF-E42B-4650-B382-D29F36B0696B}">
      <dgm:prSet/>
      <dgm:spPr/>
      <dgm:t>
        <a:bodyPr/>
        <a:lstStyle/>
        <a:p>
          <a:endParaRPr lang="en-US"/>
        </a:p>
      </dgm:t>
    </dgm:pt>
    <dgm:pt modelId="{6FD78074-A39E-4B5B-86B5-FE3D097FDA7B}" type="sibTrans" cxnId="{EC67BACF-E42B-4650-B382-D29F36B0696B}">
      <dgm:prSet/>
      <dgm:spPr/>
      <dgm:t>
        <a:bodyPr/>
        <a:lstStyle/>
        <a:p>
          <a:endParaRPr lang="en-US"/>
        </a:p>
      </dgm:t>
    </dgm:pt>
    <dgm:pt modelId="{EA69DDB3-5FD5-4F25-BF79-02AB61ED5A69}">
      <dgm:prSet/>
      <dgm:spPr/>
      <dgm:t>
        <a:bodyPr/>
        <a:lstStyle/>
        <a:p>
          <a:r>
            <a:rPr lang="en-US"/>
            <a:t>addProduct()</a:t>
          </a:r>
        </a:p>
      </dgm:t>
    </dgm:pt>
    <dgm:pt modelId="{F2E9057D-9613-412C-82B3-EBD57C3B23BF}" type="parTrans" cxnId="{87A9862D-6D58-41E7-A05C-D8C7B45645A7}">
      <dgm:prSet/>
      <dgm:spPr/>
      <dgm:t>
        <a:bodyPr/>
        <a:lstStyle/>
        <a:p>
          <a:endParaRPr lang="en-US"/>
        </a:p>
      </dgm:t>
    </dgm:pt>
    <dgm:pt modelId="{941FF884-9296-4D81-A416-0C63D07B9D6D}" type="sibTrans" cxnId="{87A9862D-6D58-41E7-A05C-D8C7B45645A7}">
      <dgm:prSet/>
      <dgm:spPr/>
      <dgm:t>
        <a:bodyPr/>
        <a:lstStyle/>
        <a:p>
          <a:endParaRPr lang="en-US"/>
        </a:p>
      </dgm:t>
    </dgm:pt>
    <dgm:pt modelId="{D0B08186-30A4-4D59-9652-2E46945959E5}">
      <dgm:prSet/>
      <dgm:spPr/>
      <dgm:t>
        <a:bodyPr/>
        <a:lstStyle/>
        <a:p>
          <a:r>
            <a:rPr lang="en-US"/>
            <a:t>updateProduct()</a:t>
          </a:r>
        </a:p>
      </dgm:t>
    </dgm:pt>
    <dgm:pt modelId="{C611C0ED-F509-4B71-B344-1FAE8A73739D}" type="parTrans" cxnId="{AB5E73D9-5C4F-4BAE-BFD3-6383882534B3}">
      <dgm:prSet/>
      <dgm:spPr/>
      <dgm:t>
        <a:bodyPr/>
        <a:lstStyle/>
        <a:p>
          <a:endParaRPr lang="en-US"/>
        </a:p>
      </dgm:t>
    </dgm:pt>
    <dgm:pt modelId="{FA0AE660-48F9-4B20-8179-080B251C4821}" type="sibTrans" cxnId="{AB5E73D9-5C4F-4BAE-BFD3-6383882534B3}">
      <dgm:prSet/>
      <dgm:spPr/>
      <dgm:t>
        <a:bodyPr/>
        <a:lstStyle/>
        <a:p>
          <a:endParaRPr lang="en-US"/>
        </a:p>
      </dgm:t>
    </dgm:pt>
    <dgm:pt modelId="{DB84C129-C448-467E-94B0-72D3116427C9}">
      <dgm:prSet/>
      <dgm:spPr/>
      <dgm:t>
        <a:bodyPr/>
        <a:lstStyle/>
        <a:p>
          <a:r>
            <a:rPr lang="en-US"/>
            <a:t>deleteProduct()</a:t>
          </a:r>
        </a:p>
      </dgm:t>
    </dgm:pt>
    <dgm:pt modelId="{0ED21A60-4B31-4D3B-8242-32C6A2153BAA}" type="parTrans" cxnId="{DEB19D5A-174D-4B8A-A19A-D6D35A6F1C6D}">
      <dgm:prSet/>
      <dgm:spPr/>
      <dgm:t>
        <a:bodyPr/>
        <a:lstStyle/>
        <a:p>
          <a:endParaRPr lang="en-US"/>
        </a:p>
      </dgm:t>
    </dgm:pt>
    <dgm:pt modelId="{998F2092-C452-49B3-90B0-D79427CA965B}" type="sibTrans" cxnId="{DEB19D5A-174D-4B8A-A19A-D6D35A6F1C6D}">
      <dgm:prSet/>
      <dgm:spPr/>
      <dgm:t>
        <a:bodyPr/>
        <a:lstStyle/>
        <a:p>
          <a:endParaRPr lang="en-US"/>
        </a:p>
      </dgm:t>
    </dgm:pt>
    <dgm:pt modelId="{654A838B-C8A3-4371-9036-939B717EC34A}">
      <dgm:prSet/>
      <dgm:spPr/>
      <dgm:t>
        <a:bodyPr/>
        <a:lstStyle/>
        <a:p>
          <a:r>
            <a:rPr lang="en-US"/>
            <a:t>addToCart()</a:t>
          </a:r>
        </a:p>
      </dgm:t>
    </dgm:pt>
    <dgm:pt modelId="{E69B1AC2-5890-4CD0-A51B-1FC92B5EF6EB}" type="parTrans" cxnId="{64E2D9FA-E6D6-4BB2-9541-453CE655D9E3}">
      <dgm:prSet/>
      <dgm:spPr/>
      <dgm:t>
        <a:bodyPr/>
        <a:lstStyle/>
        <a:p>
          <a:endParaRPr lang="en-US"/>
        </a:p>
      </dgm:t>
    </dgm:pt>
    <dgm:pt modelId="{9C467E37-3240-40C6-8FB4-DC6C9CF2F79B}" type="sibTrans" cxnId="{64E2D9FA-E6D6-4BB2-9541-453CE655D9E3}">
      <dgm:prSet/>
      <dgm:spPr/>
      <dgm:t>
        <a:bodyPr/>
        <a:lstStyle/>
        <a:p>
          <a:endParaRPr lang="en-US"/>
        </a:p>
      </dgm:t>
    </dgm:pt>
    <dgm:pt modelId="{06CEEA0A-27C4-4937-86D2-40D8402A9720}">
      <dgm:prSet/>
      <dgm:spPr/>
      <dgm:t>
        <a:bodyPr/>
        <a:lstStyle/>
        <a:p>
          <a:r>
            <a:rPr lang="en-US"/>
            <a:t>placeOrder()</a:t>
          </a:r>
        </a:p>
      </dgm:t>
    </dgm:pt>
    <dgm:pt modelId="{D8FB3587-79B9-46C1-8900-D6067766EA36}" type="parTrans" cxnId="{B8F4F176-0891-4FB1-AD8C-66DFA964C53F}">
      <dgm:prSet/>
      <dgm:spPr/>
      <dgm:t>
        <a:bodyPr/>
        <a:lstStyle/>
        <a:p>
          <a:endParaRPr lang="en-US"/>
        </a:p>
      </dgm:t>
    </dgm:pt>
    <dgm:pt modelId="{06D30297-7317-4472-9221-5670469C00C8}" type="sibTrans" cxnId="{B8F4F176-0891-4FB1-AD8C-66DFA964C53F}">
      <dgm:prSet/>
      <dgm:spPr/>
      <dgm:t>
        <a:bodyPr/>
        <a:lstStyle/>
        <a:p>
          <a:endParaRPr lang="en-US"/>
        </a:p>
      </dgm:t>
    </dgm:pt>
    <dgm:pt modelId="{153B9771-C2A4-4138-A68B-E6AE64724B1A}">
      <dgm:prSet/>
      <dgm:spPr/>
      <dgm:t>
        <a:bodyPr/>
        <a:lstStyle/>
        <a:p>
          <a:r>
            <a:rPr lang="en-US"/>
            <a:t>getOrders()</a:t>
          </a:r>
        </a:p>
      </dgm:t>
    </dgm:pt>
    <dgm:pt modelId="{2B9169C6-9F03-43B5-B9E2-2B639979914A}" type="parTrans" cxnId="{ED7C4136-314B-4D67-BE38-6349F04B67E1}">
      <dgm:prSet/>
      <dgm:spPr/>
      <dgm:t>
        <a:bodyPr/>
        <a:lstStyle/>
        <a:p>
          <a:endParaRPr lang="en-US"/>
        </a:p>
      </dgm:t>
    </dgm:pt>
    <dgm:pt modelId="{DF3D6621-EDEA-4F0D-AA61-AE0F038E1497}" type="sibTrans" cxnId="{ED7C4136-314B-4D67-BE38-6349F04B67E1}">
      <dgm:prSet/>
      <dgm:spPr/>
      <dgm:t>
        <a:bodyPr/>
        <a:lstStyle/>
        <a:p>
          <a:endParaRPr lang="en-US"/>
        </a:p>
      </dgm:t>
    </dgm:pt>
    <dgm:pt modelId="{93E20A85-B4FD-4DCD-A8B5-DA26FD6D5ABF}">
      <dgm:prSet/>
      <dgm:spPr/>
      <dgm:t>
        <a:bodyPr/>
        <a:lstStyle/>
        <a:p>
          <a:r>
            <a:rPr lang="en-US"/>
            <a:t>updateOrderStatus()</a:t>
          </a:r>
        </a:p>
      </dgm:t>
    </dgm:pt>
    <dgm:pt modelId="{68238CBD-16B5-4130-B7A8-141625A5C282}" type="parTrans" cxnId="{4AD3547B-5FFA-489A-8CA2-416411631C61}">
      <dgm:prSet/>
      <dgm:spPr/>
      <dgm:t>
        <a:bodyPr/>
        <a:lstStyle/>
        <a:p>
          <a:endParaRPr lang="en-US"/>
        </a:p>
      </dgm:t>
    </dgm:pt>
    <dgm:pt modelId="{2498A913-21BE-4D7F-AEF9-458A931EEABE}" type="sibTrans" cxnId="{4AD3547B-5FFA-489A-8CA2-416411631C61}">
      <dgm:prSet/>
      <dgm:spPr/>
      <dgm:t>
        <a:bodyPr/>
        <a:lstStyle/>
        <a:p>
          <a:endParaRPr lang="en-US"/>
        </a:p>
      </dgm:t>
    </dgm:pt>
    <dgm:pt modelId="{A7BCF439-1969-436A-BCAB-AB540F6BBF45}" type="pres">
      <dgm:prSet presAssocID="{5C01BCE6-84C4-4D83-8011-E674492128A4}" presName="linear" presStyleCnt="0">
        <dgm:presLayoutVars>
          <dgm:animLvl val="lvl"/>
          <dgm:resizeHandles val="exact"/>
        </dgm:presLayoutVars>
      </dgm:prSet>
      <dgm:spPr/>
    </dgm:pt>
    <dgm:pt modelId="{5B80EFA7-FEB0-4E76-B4EA-1DA16A2798C0}" type="pres">
      <dgm:prSet presAssocID="{8EFBE626-42B5-4F99-92A2-CF3061611467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7D031DED-7EE0-42AA-92B8-31B194CD6101}" type="pres">
      <dgm:prSet presAssocID="{688BAB58-B6E1-4469-9EB0-F8BB17F44F49}" presName="spacer" presStyleCnt="0"/>
      <dgm:spPr/>
    </dgm:pt>
    <dgm:pt modelId="{46709E31-FE8A-455A-890A-F0F9553199B8}" type="pres">
      <dgm:prSet presAssocID="{8515AA09-22C3-4B50-B61C-5F55B26F6859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BCE577E4-2D89-4D21-B2D9-EC8B21631DF2}" type="pres">
      <dgm:prSet presAssocID="{6FD78074-A39E-4B5B-86B5-FE3D097FDA7B}" presName="spacer" presStyleCnt="0"/>
      <dgm:spPr/>
    </dgm:pt>
    <dgm:pt modelId="{57F7B128-92D1-4BB1-A520-3D0F6559A83F}" type="pres">
      <dgm:prSet presAssocID="{EA69DDB3-5FD5-4F25-BF79-02AB61ED5A69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AE15EB99-0771-4CE9-8EAB-8EFC5210D8BA}" type="pres">
      <dgm:prSet presAssocID="{941FF884-9296-4D81-A416-0C63D07B9D6D}" presName="spacer" presStyleCnt="0"/>
      <dgm:spPr/>
    </dgm:pt>
    <dgm:pt modelId="{B96C43D6-59FC-467F-B326-014A89F44EA3}" type="pres">
      <dgm:prSet presAssocID="{D0B08186-30A4-4D59-9652-2E46945959E5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551F14B9-7A13-469F-AA7E-4EB4C28F95A8}" type="pres">
      <dgm:prSet presAssocID="{FA0AE660-48F9-4B20-8179-080B251C4821}" presName="spacer" presStyleCnt="0"/>
      <dgm:spPr/>
    </dgm:pt>
    <dgm:pt modelId="{69A27820-F12C-496E-9736-E8BFAC49D20F}" type="pres">
      <dgm:prSet presAssocID="{DB84C129-C448-467E-94B0-72D3116427C9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2A12DDE0-952E-442F-9C33-837945053638}" type="pres">
      <dgm:prSet presAssocID="{998F2092-C452-49B3-90B0-D79427CA965B}" presName="spacer" presStyleCnt="0"/>
      <dgm:spPr/>
    </dgm:pt>
    <dgm:pt modelId="{021C1CF5-EFEE-400D-AED4-52FDEADD6CAA}" type="pres">
      <dgm:prSet presAssocID="{654A838B-C8A3-4371-9036-939B717EC34A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EE8FEA5D-61A2-4C1C-9114-8CA0D3596FE0}" type="pres">
      <dgm:prSet presAssocID="{9C467E37-3240-40C6-8FB4-DC6C9CF2F79B}" presName="spacer" presStyleCnt="0"/>
      <dgm:spPr/>
    </dgm:pt>
    <dgm:pt modelId="{E44E6EFB-B1E2-482E-B247-F240779D678A}" type="pres">
      <dgm:prSet presAssocID="{06CEEA0A-27C4-4937-86D2-40D8402A9720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9371EAB6-9D05-4E1E-B31C-F87BB9DF0E52}" type="pres">
      <dgm:prSet presAssocID="{06D30297-7317-4472-9221-5670469C00C8}" presName="spacer" presStyleCnt="0"/>
      <dgm:spPr/>
    </dgm:pt>
    <dgm:pt modelId="{4DC56E72-94EE-40AA-A12F-B3DFB1767FEF}" type="pres">
      <dgm:prSet presAssocID="{153B9771-C2A4-4138-A68B-E6AE64724B1A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C6FFAF2D-7AF6-4F78-923C-0945F5AF9864}" type="pres">
      <dgm:prSet presAssocID="{DF3D6621-EDEA-4F0D-AA61-AE0F038E1497}" presName="spacer" presStyleCnt="0"/>
      <dgm:spPr/>
    </dgm:pt>
    <dgm:pt modelId="{EC18295F-055D-4DDE-BFC5-68E29738E3D1}" type="pres">
      <dgm:prSet presAssocID="{93E20A85-B4FD-4DCD-A8B5-DA26FD6D5ABF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14490516-2C4B-4643-A7F8-105A0193B937}" type="presOf" srcId="{06CEEA0A-27C4-4937-86D2-40D8402A9720}" destId="{E44E6EFB-B1E2-482E-B247-F240779D678A}" srcOrd="0" destOrd="0" presId="urn:microsoft.com/office/officeart/2005/8/layout/vList2"/>
    <dgm:cxn modelId="{87A9862D-6D58-41E7-A05C-D8C7B45645A7}" srcId="{5C01BCE6-84C4-4D83-8011-E674492128A4}" destId="{EA69DDB3-5FD5-4F25-BF79-02AB61ED5A69}" srcOrd="2" destOrd="0" parTransId="{F2E9057D-9613-412C-82B3-EBD57C3B23BF}" sibTransId="{941FF884-9296-4D81-A416-0C63D07B9D6D}"/>
    <dgm:cxn modelId="{5D6FA131-801C-4835-86E8-56907C4DA55F}" type="presOf" srcId="{8EFBE626-42B5-4F99-92A2-CF3061611467}" destId="{5B80EFA7-FEB0-4E76-B4EA-1DA16A2798C0}" srcOrd="0" destOrd="0" presId="urn:microsoft.com/office/officeart/2005/8/layout/vList2"/>
    <dgm:cxn modelId="{A22E4434-7E49-47B0-9A35-D18A655C63F2}" type="presOf" srcId="{93E20A85-B4FD-4DCD-A8B5-DA26FD6D5ABF}" destId="{EC18295F-055D-4DDE-BFC5-68E29738E3D1}" srcOrd="0" destOrd="0" presId="urn:microsoft.com/office/officeart/2005/8/layout/vList2"/>
    <dgm:cxn modelId="{ED7C4136-314B-4D67-BE38-6349F04B67E1}" srcId="{5C01BCE6-84C4-4D83-8011-E674492128A4}" destId="{153B9771-C2A4-4138-A68B-E6AE64724B1A}" srcOrd="7" destOrd="0" parTransId="{2B9169C6-9F03-43B5-B9E2-2B639979914A}" sibTransId="{DF3D6621-EDEA-4F0D-AA61-AE0F038E1497}"/>
    <dgm:cxn modelId="{DADC7D5D-27E0-46EC-9F11-F1B4A608385D}" type="presOf" srcId="{8515AA09-22C3-4B50-B61C-5F55B26F6859}" destId="{46709E31-FE8A-455A-890A-F0F9553199B8}" srcOrd="0" destOrd="0" presId="urn:microsoft.com/office/officeart/2005/8/layout/vList2"/>
    <dgm:cxn modelId="{06AA9646-06AF-44A5-B5DE-7ADA4F8DDBC0}" type="presOf" srcId="{DB84C129-C448-467E-94B0-72D3116427C9}" destId="{69A27820-F12C-496E-9736-E8BFAC49D20F}" srcOrd="0" destOrd="0" presId="urn:microsoft.com/office/officeart/2005/8/layout/vList2"/>
    <dgm:cxn modelId="{B25E0F47-69D5-470D-AB77-950C1F9C18FB}" type="presOf" srcId="{654A838B-C8A3-4371-9036-939B717EC34A}" destId="{021C1CF5-EFEE-400D-AED4-52FDEADD6CAA}" srcOrd="0" destOrd="0" presId="urn:microsoft.com/office/officeart/2005/8/layout/vList2"/>
    <dgm:cxn modelId="{55FACE75-AC70-4A25-980E-AAFE33CC4EED}" type="presOf" srcId="{D0B08186-30A4-4D59-9652-2E46945959E5}" destId="{B96C43D6-59FC-467F-B326-014A89F44EA3}" srcOrd="0" destOrd="0" presId="urn:microsoft.com/office/officeart/2005/8/layout/vList2"/>
    <dgm:cxn modelId="{B8F4F176-0891-4FB1-AD8C-66DFA964C53F}" srcId="{5C01BCE6-84C4-4D83-8011-E674492128A4}" destId="{06CEEA0A-27C4-4937-86D2-40D8402A9720}" srcOrd="6" destOrd="0" parTransId="{D8FB3587-79B9-46C1-8900-D6067766EA36}" sibTransId="{06D30297-7317-4472-9221-5670469C00C8}"/>
    <dgm:cxn modelId="{DEB19D5A-174D-4B8A-A19A-D6D35A6F1C6D}" srcId="{5C01BCE6-84C4-4D83-8011-E674492128A4}" destId="{DB84C129-C448-467E-94B0-72D3116427C9}" srcOrd="4" destOrd="0" parTransId="{0ED21A60-4B31-4D3B-8242-32C6A2153BAA}" sibTransId="{998F2092-C452-49B3-90B0-D79427CA965B}"/>
    <dgm:cxn modelId="{4AD3547B-5FFA-489A-8CA2-416411631C61}" srcId="{5C01BCE6-84C4-4D83-8011-E674492128A4}" destId="{93E20A85-B4FD-4DCD-A8B5-DA26FD6D5ABF}" srcOrd="8" destOrd="0" parTransId="{68238CBD-16B5-4130-B7A8-141625A5C282}" sibTransId="{2498A913-21BE-4D7F-AEF9-458A931EEABE}"/>
    <dgm:cxn modelId="{418569A2-B525-42E6-B3AE-A52095E5B465}" type="presOf" srcId="{5C01BCE6-84C4-4D83-8011-E674492128A4}" destId="{A7BCF439-1969-436A-BCAB-AB540F6BBF45}" srcOrd="0" destOrd="0" presId="urn:microsoft.com/office/officeart/2005/8/layout/vList2"/>
    <dgm:cxn modelId="{59E772AF-98C1-4066-8788-3EAD99984C61}" type="presOf" srcId="{153B9771-C2A4-4138-A68B-E6AE64724B1A}" destId="{4DC56E72-94EE-40AA-A12F-B3DFB1767FEF}" srcOrd="0" destOrd="0" presId="urn:microsoft.com/office/officeart/2005/8/layout/vList2"/>
    <dgm:cxn modelId="{0AB709B0-E05C-4235-A662-ACEA4B5F506F}" srcId="{5C01BCE6-84C4-4D83-8011-E674492128A4}" destId="{8EFBE626-42B5-4F99-92A2-CF3061611467}" srcOrd="0" destOrd="0" parTransId="{56884FB6-7BD7-489D-B1E8-C253069D179C}" sibTransId="{688BAB58-B6E1-4469-9EB0-F8BB17F44F49}"/>
    <dgm:cxn modelId="{EC67BACF-E42B-4650-B382-D29F36B0696B}" srcId="{5C01BCE6-84C4-4D83-8011-E674492128A4}" destId="{8515AA09-22C3-4B50-B61C-5F55B26F6859}" srcOrd="1" destOrd="0" parTransId="{61C52EAA-3FE9-40EF-B037-527439A6A98B}" sibTransId="{6FD78074-A39E-4B5B-86B5-FE3D097FDA7B}"/>
    <dgm:cxn modelId="{AB5E73D9-5C4F-4BAE-BFD3-6383882534B3}" srcId="{5C01BCE6-84C4-4D83-8011-E674492128A4}" destId="{D0B08186-30A4-4D59-9652-2E46945959E5}" srcOrd="3" destOrd="0" parTransId="{C611C0ED-F509-4B71-B344-1FAE8A73739D}" sibTransId="{FA0AE660-48F9-4B20-8179-080B251C4821}"/>
    <dgm:cxn modelId="{A9F4A9EC-2DF7-481D-AC34-0AE912A0738B}" type="presOf" srcId="{EA69DDB3-5FD5-4F25-BF79-02AB61ED5A69}" destId="{57F7B128-92D1-4BB1-A520-3D0F6559A83F}" srcOrd="0" destOrd="0" presId="urn:microsoft.com/office/officeart/2005/8/layout/vList2"/>
    <dgm:cxn modelId="{64E2D9FA-E6D6-4BB2-9541-453CE655D9E3}" srcId="{5C01BCE6-84C4-4D83-8011-E674492128A4}" destId="{654A838B-C8A3-4371-9036-939B717EC34A}" srcOrd="5" destOrd="0" parTransId="{E69B1AC2-5890-4CD0-A51B-1FC92B5EF6EB}" sibTransId="{9C467E37-3240-40C6-8FB4-DC6C9CF2F79B}"/>
    <dgm:cxn modelId="{8E8DFC45-093E-44E4-97CC-7666A1B975ED}" type="presParOf" srcId="{A7BCF439-1969-436A-BCAB-AB540F6BBF45}" destId="{5B80EFA7-FEB0-4E76-B4EA-1DA16A2798C0}" srcOrd="0" destOrd="0" presId="urn:microsoft.com/office/officeart/2005/8/layout/vList2"/>
    <dgm:cxn modelId="{7B4ABF2D-23B1-4D6A-9B89-9653C1F4627C}" type="presParOf" srcId="{A7BCF439-1969-436A-BCAB-AB540F6BBF45}" destId="{7D031DED-7EE0-42AA-92B8-31B194CD6101}" srcOrd="1" destOrd="0" presId="urn:microsoft.com/office/officeart/2005/8/layout/vList2"/>
    <dgm:cxn modelId="{B96A51E1-81D8-4583-8457-E4B7508D687D}" type="presParOf" srcId="{A7BCF439-1969-436A-BCAB-AB540F6BBF45}" destId="{46709E31-FE8A-455A-890A-F0F9553199B8}" srcOrd="2" destOrd="0" presId="urn:microsoft.com/office/officeart/2005/8/layout/vList2"/>
    <dgm:cxn modelId="{A10C42A0-6A83-49B2-AD93-51567B0429FA}" type="presParOf" srcId="{A7BCF439-1969-436A-BCAB-AB540F6BBF45}" destId="{BCE577E4-2D89-4D21-B2D9-EC8B21631DF2}" srcOrd="3" destOrd="0" presId="urn:microsoft.com/office/officeart/2005/8/layout/vList2"/>
    <dgm:cxn modelId="{F44CBFA9-C401-4F97-B175-CBBE93F16A07}" type="presParOf" srcId="{A7BCF439-1969-436A-BCAB-AB540F6BBF45}" destId="{57F7B128-92D1-4BB1-A520-3D0F6559A83F}" srcOrd="4" destOrd="0" presId="urn:microsoft.com/office/officeart/2005/8/layout/vList2"/>
    <dgm:cxn modelId="{9668B37F-DCD7-4466-9A50-D5F2FEA58B3B}" type="presParOf" srcId="{A7BCF439-1969-436A-BCAB-AB540F6BBF45}" destId="{AE15EB99-0771-4CE9-8EAB-8EFC5210D8BA}" srcOrd="5" destOrd="0" presId="urn:microsoft.com/office/officeart/2005/8/layout/vList2"/>
    <dgm:cxn modelId="{7B214AC8-FFF6-46B0-83EB-7FC153C5B37D}" type="presParOf" srcId="{A7BCF439-1969-436A-BCAB-AB540F6BBF45}" destId="{B96C43D6-59FC-467F-B326-014A89F44EA3}" srcOrd="6" destOrd="0" presId="urn:microsoft.com/office/officeart/2005/8/layout/vList2"/>
    <dgm:cxn modelId="{DD9432F3-C82E-4896-889B-D4A7713CD623}" type="presParOf" srcId="{A7BCF439-1969-436A-BCAB-AB540F6BBF45}" destId="{551F14B9-7A13-469F-AA7E-4EB4C28F95A8}" srcOrd="7" destOrd="0" presId="urn:microsoft.com/office/officeart/2005/8/layout/vList2"/>
    <dgm:cxn modelId="{3779F419-1331-49CE-828F-26775991B221}" type="presParOf" srcId="{A7BCF439-1969-436A-BCAB-AB540F6BBF45}" destId="{69A27820-F12C-496E-9736-E8BFAC49D20F}" srcOrd="8" destOrd="0" presId="urn:microsoft.com/office/officeart/2005/8/layout/vList2"/>
    <dgm:cxn modelId="{4CCAB44C-CCA7-407F-9AA0-A048E25AF8DD}" type="presParOf" srcId="{A7BCF439-1969-436A-BCAB-AB540F6BBF45}" destId="{2A12DDE0-952E-442F-9C33-837945053638}" srcOrd="9" destOrd="0" presId="urn:microsoft.com/office/officeart/2005/8/layout/vList2"/>
    <dgm:cxn modelId="{ADBA7FF6-A8D0-4815-9AEE-4D14A51B7DE9}" type="presParOf" srcId="{A7BCF439-1969-436A-BCAB-AB540F6BBF45}" destId="{021C1CF5-EFEE-400D-AED4-52FDEADD6CAA}" srcOrd="10" destOrd="0" presId="urn:microsoft.com/office/officeart/2005/8/layout/vList2"/>
    <dgm:cxn modelId="{C5398279-DDFA-4318-A606-D1FA6A36A47F}" type="presParOf" srcId="{A7BCF439-1969-436A-BCAB-AB540F6BBF45}" destId="{EE8FEA5D-61A2-4C1C-9114-8CA0D3596FE0}" srcOrd="11" destOrd="0" presId="urn:microsoft.com/office/officeart/2005/8/layout/vList2"/>
    <dgm:cxn modelId="{D2C92A66-8D39-4933-8292-45963C0BDE98}" type="presParOf" srcId="{A7BCF439-1969-436A-BCAB-AB540F6BBF45}" destId="{E44E6EFB-B1E2-482E-B247-F240779D678A}" srcOrd="12" destOrd="0" presId="urn:microsoft.com/office/officeart/2005/8/layout/vList2"/>
    <dgm:cxn modelId="{19DC2C7D-B55C-4906-BC2C-88904C985FBD}" type="presParOf" srcId="{A7BCF439-1969-436A-BCAB-AB540F6BBF45}" destId="{9371EAB6-9D05-4E1E-B31C-F87BB9DF0E52}" srcOrd="13" destOrd="0" presId="urn:microsoft.com/office/officeart/2005/8/layout/vList2"/>
    <dgm:cxn modelId="{0209023E-7832-4573-9CF5-1977C40C0A51}" type="presParOf" srcId="{A7BCF439-1969-436A-BCAB-AB540F6BBF45}" destId="{4DC56E72-94EE-40AA-A12F-B3DFB1767FEF}" srcOrd="14" destOrd="0" presId="urn:microsoft.com/office/officeart/2005/8/layout/vList2"/>
    <dgm:cxn modelId="{35F7FECF-B590-4D65-B04B-F94014C7227C}" type="presParOf" srcId="{A7BCF439-1969-436A-BCAB-AB540F6BBF45}" destId="{C6FFAF2D-7AF6-4F78-923C-0945F5AF9864}" srcOrd="15" destOrd="0" presId="urn:microsoft.com/office/officeart/2005/8/layout/vList2"/>
    <dgm:cxn modelId="{37C60E1A-DB09-4910-B466-0E8533C0B435}" type="presParOf" srcId="{A7BCF439-1969-436A-BCAB-AB540F6BBF45}" destId="{EC18295F-055D-4DDE-BFC5-68E29738E3D1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5C159DB-8673-42CA-9F33-533A5B1AC24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B31A04F-CE6E-412C-BDA8-41699CBFE3FB}">
      <dgm:prSet/>
      <dgm:spPr/>
      <dgm:t>
        <a:bodyPr/>
        <a:lstStyle/>
        <a:p>
          <a:r>
            <a:rPr lang="en-US"/>
            <a:t>src</a:t>
          </a:r>
        </a:p>
      </dgm:t>
    </dgm:pt>
    <dgm:pt modelId="{98843F87-076E-4FC4-B420-118BE3939D4A}" type="parTrans" cxnId="{B1475884-E287-4BA3-86F1-664B5CEFE58B}">
      <dgm:prSet/>
      <dgm:spPr/>
      <dgm:t>
        <a:bodyPr/>
        <a:lstStyle/>
        <a:p>
          <a:endParaRPr lang="en-US"/>
        </a:p>
      </dgm:t>
    </dgm:pt>
    <dgm:pt modelId="{36D67BC7-917A-44F1-ADD6-3F41DA24C80E}" type="sibTrans" cxnId="{B1475884-E287-4BA3-86F1-664B5CEFE58B}">
      <dgm:prSet/>
      <dgm:spPr/>
      <dgm:t>
        <a:bodyPr/>
        <a:lstStyle/>
        <a:p>
          <a:endParaRPr lang="en-US"/>
        </a:p>
      </dgm:t>
    </dgm:pt>
    <dgm:pt modelId="{FA96A476-8BD5-4B00-8704-FBB66ACB84C5}">
      <dgm:prSet/>
      <dgm:spPr/>
      <dgm:t>
        <a:bodyPr/>
        <a:lstStyle/>
        <a:p>
          <a:r>
            <a:rPr lang="en-US"/>
            <a:t>├── pages</a:t>
          </a:r>
        </a:p>
      </dgm:t>
    </dgm:pt>
    <dgm:pt modelId="{C99EEB25-2053-4191-9956-92B8F5AF891F}" type="parTrans" cxnId="{8D6807C1-F9F9-4911-9A4C-1688ECCB0BAE}">
      <dgm:prSet/>
      <dgm:spPr/>
      <dgm:t>
        <a:bodyPr/>
        <a:lstStyle/>
        <a:p>
          <a:endParaRPr lang="en-US"/>
        </a:p>
      </dgm:t>
    </dgm:pt>
    <dgm:pt modelId="{E743DBC3-FEAE-4897-9D54-64D27ADBF28C}" type="sibTrans" cxnId="{8D6807C1-F9F9-4911-9A4C-1688ECCB0BAE}">
      <dgm:prSet/>
      <dgm:spPr/>
      <dgm:t>
        <a:bodyPr/>
        <a:lstStyle/>
        <a:p>
          <a:endParaRPr lang="en-US"/>
        </a:p>
      </dgm:t>
    </dgm:pt>
    <dgm:pt modelId="{FF641388-E4E0-43F8-962F-831B75D9D968}">
      <dgm:prSet/>
      <dgm:spPr/>
      <dgm:t>
        <a:bodyPr/>
        <a:lstStyle/>
        <a:p>
          <a:r>
            <a:rPr lang="en-US"/>
            <a:t>├── components</a:t>
          </a:r>
        </a:p>
      </dgm:t>
    </dgm:pt>
    <dgm:pt modelId="{BC22DAAE-0ECD-4D2B-8A30-0FCF0574593F}" type="parTrans" cxnId="{8F7EBCE2-6521-4281-BC0B-7FFBACC9CA19}">
      <dgm:prSet/>
      <dgm:spPr/>
      <dgm:t>
        <a:bodyPr/>
        <a:lstStyle/>
        <a:p>
          <a:endParaRPr lang="en-US"/>
        </a:p>
      </dgm:t>
    </dgm:pt>
    <dgm:pt modelId="{790DA124-2A99-47A7-AA32-D334A72F0C25}" type="sibTrans" cxnId="{8F7EBCE2-6521-4281-BC0B-7FFBACC9CA19}">
      <dgm:prSet/>
      <dgm:spPr/>
      <dgm:t>
        <a:bodyPr/>
        <a:lstStyle/>
        <a:p>
          <a:endParaRPr lang="en-US"/>
        </a:p>
      </dgm:t>
    </dgm:pt>
    <dgm:pt modelId="{E663B86C-4120-4305-88A0-88CC7952E7A3}">
      <dgm:prSet/>
      <dgm:spPr/>
      <dgm:t>
        <a:bodyPr/>
        <a:lstStyle/>
        <a:p>
          <a:r>
            <a:rPr lang="en-US"/>
            <a:t>├── services</a:t>
          </a:r>
        </a:p>
      </dgm:t>
    </dgm:pt>
    <dgm:pt modelId="{3B85A23F-769B-4B5C-9A97-26B18637429A}" type="parTrans" cxnId="{3A8A40F9-D2AC-4E7B-AF56-59DEA902B768}">
      <dgm:prSet/>
      <dgm:spPr/>
      <dgm:t>
        <a:bodyPr/>
        <a:lstStyle/>
        <a:p>
          <a:endParaRPr lang="en-US"/>
        </a:p>
      </dgm:t>
    </dgm:pt>
    <dgm:pt modelId="{24BB5325-09CC-4E3E-B35B-97455CAA8595}" type="sibTrans" cxnId="{3A8A40F9-D2AC-4E7B-AF56-59DEA902B768}">
      <dgm:prSet/>
      <dgm:spPr/>
      <dgm:t>
        <a:bodyPr/>
        <a:lstStyle/>
        <a:p>
          <a:endParaRPr lang="en-US"/>
        </a:p>
      </dgm:t>
    </dgm:pt>
    <dgm:pt modelId="{430F7FF6-03ED-49FA-8840-5612AFA70534}">
      <dgm:prSet/>
      <dgm:spPr/>
      <dgm:t>
        <a:bodyPr/>
        <a:lstStyle/>
        <a:p>
          <a:r>
            <a:rPr lang="en-US"/>
            <a:t>├── routes</a:t>
          </a:r>
        </a:p>
      </dgm:t>
    </dgm:pt>
    <dgm:pt modelId="{4B8AA1E0-66EB-4A2D-A159-A034912ED536}" type="parTrans" cxnId="{4620621E-3D65-486B-88AC-B8043FB9E0AD}">
      <dgm:prSet/>
      <dgm:spPr/>
      <dgm:t>
        <a:bodyPr/>
        <a:lstStyle/>
        <a:p>
          <a:endParaRPr lang="en-US"/>
        </a:p>
      </dgm:t>
    </dgm:pt>
    <dgm:pt modelId="{444BD079-7EC5-4EE4-B1A5-7E761F27AF6E}" type="sibTrans" cxnId="{4620621E-3D65-486B-88AC-B8043FB9E0AD}">
      <dgm:prSet/>
      <dgm:spPr/>
      <dgm:t>
        <a:bodyPr/>
        <a:lstStyle/>
        <a:p>
          <a:endParaRPr lang="en-US"/>
        </a:p>
      </dgm:t>
    </dgm:pt>
    <dgm:pt modelId="{B17A2797-368B-48A8-B27A-08F05B18A24F}">
      <dgm:prSet/>
      <dgm:spPr/>
      <dgm:t>
        <a:bodyPr/>
        <a:lstStyle/>
        <a:p>
          <a:r>
            <a:rPr lang="en-US"/>
            <a:t>├── context</a:t>
          </a:r>
        </a:p>
      </dgm:t>
    </dgm:pt>
    <dgm:pt modelId="{5113CCEB-11FF-454C-B749-30B262FEDC14}" type="parTrans" cxnId="{4423E032-4871-42BE-8689-F2F0C7E0DC3D}">
      <dgm:prSet/>
      <dgm:spPr/>
      <dgm:t>
        <a:bodyPr/>
        <a:lstStyle/>
        <a:p>
          <a:endParaRPr lang="en-US"/>
        </a:p>
      </dgm:t>
    </dgm:pt>
    <dgm:pt modelId="{9F120EB3-3B72-4090-A7BE-FFC7CF37CA04}" type="sibTrans" cxnId="{4423E032-4871-42BE-8689-F2F0C7E0DC3D}">
      <dgm:prSet/>
      <dgm:spPr/>
      <dgm:t>
        <a:bodyPr/>
        <a:lstStyle/>
        <a:p>
          <a:endParaRPr lang="en-US"/>
        </a:p>
      </dgm:t>
    </dgm:pt>
    <dgm:pt modelId="{E5D142A9-5F27-48BC-B27A-6BE214F738B4}">
      <dgm:prSet/>
      <dgm:spPr/>
      <dgm:t>
        <a:bodyPr/>
        <a:lstStyle/>
        <a:p>
          <a:r>
            <a:rPr lang="en-US"/>
            <a:t>└── assets</a:t>
          </a:r>
        </a:p>
      </dgm:t>
    </dgm:pt>
    <dgm:pt modelId="{BFE90F64-0B84-41F5-91E2-29B42CC56FFF}" type="parTrans" cxnId="{B9EA9900-6D72-4940-8306-63BB604B40FB}">
      <dgm:prSet/>
      <dgm:spPr/>
      <dgm:t>
        <a:bodyPr/>
        <a:lstStyle/>
        <a:p>
          <a:endParaRPr lang="en-US"/>
        </a:p>
      </dgm:t>
    </dgm:pt>
    <dgm:pt modelId="{4AE945F7-C9D7-4802-AA9E-BBA1C8E9937C}" type="sibTrans" cxnId="{B9EA9900-6D72-4940-8306-63BB604B40FB}">
      <dgm:prSet/>
      <dgm:spPr/>
      <dgm:t>
        <a:bodyPr/>
        <a:lstStyle/>
        <a:p>
          <a:endParaRPr lang="en-US"/>
        </a:p>
      </dgm:t>
    </dgm:pt>
    <dgm:pt modelId="{619D06C4-04B8-498B-AF08-1BBB832047FF}" type="pres">
      <dgm:prSet presAssocID="{35C159DB-8673-42CA-9F33-533A5B1AC241}" presName="vert0" presStyleCnt="0">
        <dgm:presLayoutVars>
          <dgm:dir/>
          <dgm:animOne val="branch"/>
          <dgm:animLvl val="lvl"/>
        </dgm:presLayoutVars>
      </dgm:prSet>
      <dgm:spPr/>
    </dgm:pt>
    <dgm:pt modelId="{EB9F99ED-DE91-4C4F-9442-3C9B54BE5F97}" type="pres">
      <dgm:prSet presAssocID="{4B31A04F-CE6E-412C-BDA8-41699CBFE3FB}" presName="thickLine" presStyleLbl="alignNode1" presStyleIdx="0" presStyleCnt="7"/>
      <dgm:spPr/>
    </dgm:pt>
    <dgm:pt modelId="{E33FEC8D-2B72-4A55-BC1A-0118D5A835D2}" type="pres">
      <dgm:prSet presAssocID="{4B31A04F-CE6E-412C-BDA8-41699CBFE3FB}" presName="horz1" presStyleCnt="0"/>
      <dgm:spPr/>
    </dgm:pt>
    <dgm:pt modelId="{EA67D6B3-A487-424F-9C08-77D8240E4BA2}" type="pres">
      <dgm:prSet presAssocID="{4B31A04F-CE6E-412C-BDA8-41699CBFE3FB}" presName="tx1" presStyleLbl="revTx" presStyleIdx="0" presStyleCnt="7"/>
      <dgm:spPr/>
    </dgm:pt>
    <dgm:pt modelId="{A9EC8578-0546-499F-829B-D22DA6B2A1BB}" type="pres">
      <dgm:prSet presAssocID="{4B31A04F-CE6E-412C-BDA8-41699CBFE3FB}" presName="vert1" presStyleCnt="0"/>
      <dgm:spPr/>
    </dgm:pt>
    <dgm:pt modelId="{D4738313-BF4B-4D83-BDA4-7E4922268310}" type="pres">
      <dgm:prSet presAssocID="{FA96A476-8BD5-4B00-8704-FBB66ACB84C5}" presName="thickLine" presStyleLbl="alignNode1" presStyleIdx="1" presStyleCnt="7"/>
      <dgm:spPr/>
    </dgm:pt>
    <dgm:pt modelId="{37EC6F9C-8D90-4B1F-A2B5-A64F77380D50}" type="pres">
      <dgm:prSet presAssocID="{FA96A476-8BD5-4B00-8704-FBB66ACB84C5}" presName="horz1" presStyleCnt="0"/>
      <dgm:spPr/>
    </dgm:pt>
    <dgm:pt modelId="{9D65020B-E5DC-4E6C-85DD-91027401E42B}" type="pres">
      <dgm:prSet presAssocID="{FA96A476-8BD5-4B00-8704-FBB66ACB84C5}" presName="tx1" presStyleLbl="revTx" presStyleIdx="1" presStyleCnt="7"/>
      <dgm:spPr/>
    </dgm:pt>
    <dgm:pt modelId="{F6BC080F-6237-4A55-8A6E-03B76030ADC3}" type="pres">
      <dgm:prSet presAssocID="{FA96A476-8BD5-4B00-8704-FBB66ACB84C5}" presName="vert1" presStyleCnt="0"/>
      <dgm:spPr/>
    </dgm:pt>
    <dgm:pt modelId="{788696E3-CA7F-4339-9341-C3BB96957935}" type="pres">
      <dgm:prSet presAssocID="{FF641388-E4E0-43F8-962F-831B75D9D968}" presName="thickLine" presStyleLbl="alignNode1" presStyleIdx="2" presStyleCnt="7"/>
      <dgm:spPr/>
    </dgm:pt>
    <dgm:pt modelId="{E79A18EA-9C24-4DF1-8EC2-CCC905A9CF11}" type="pres">
      <dgm:prSet presAssocID="{FF641388-E4E0-43F8-962F-831B75D9D968}" presName="horz1" presStyleCnt="0"/>
      <dgm:spPr/>
    </dgm:pt>
    <dgm:pt modelId="{B68AA6CC-A7C5-42FE-B933-DF0EC52D3542}" type="pres">
      <dgm:prSet presAssocID="{FF641388-E4E0-43F8-962F-831B75D9D968}" presName="tx1" presStyleLbl="revTx" presStyleIdx="2" presStyleCnt="7"/>
      <dgm:spPr/>
    </dgm:pt>
    <dgm:pt modelId="{2DF14E18-0D10-4976-944A-F94AFF55F14C}" type="pres">
      <dgm:prSet presAssocID="{FF641388-E4E0-43F8-962F-831B75D9D968}" presName="vert1" presStyleCnt="0"/>
      <dgm:spPr/>
    </dgm:pt>
    <dgm:pt modelId="{AA5464E0-9D08-4F3C-9C47-BBD01F0C5FD9}" type="pres">
      <dgm:prSet presAssocID="{E663B86C-4120-4305-88A0-88CC7952E7A3}" presName="thickLine" presStyleLbl="alignNode1" presStyleIdx="3" presStyleCnt="7"/>
      <dgm:spPr/>
    </dgm:pt>
    <dgm:pt modelId="{A0F08D21-C505-4DF2-B2FA-9D001636EF3B}" type="pres">
      <dgm:prSet presAssocID="{E663B86C-4120-4305-88A0-88CC7952E7A3}" presName="horz1" presStyleCnt="0"/>
      <dgm:spPr/>
    </dgm:pt>
    <dgm:pt modelId="{8B03B90A-2FB8-4927-864B-B5417CCEF3F1}" type="pres">
      <dgm:prSet presAssocID="{E663B86C-4120-4305-88A0-88CC7952E7A3}" presName="tx1" presStyleLbl="revTx" presStyleIdx="3" presStyleCnt="7"/>
      <dgm:spPr/>
    </dgm:pt>
    <dgm:pt modelId="{FBE29527-ECD1-40C3-9C7A-D664ED9A822D}" type="pres">
      <dgm:prSet presAssocID="{E663B86C-4120-4305-88A0-88CC7952E7A3}" presName="vert1" presStyleCnt="0"/>
      <dgm:spPr/>
    </dgm:pt>
    <dgm:pt modelId="{E2D5B432-6C01-432D-9AA8-2959D199337D}" type="pres">
      <dgm:prSet presAssocID="{430F7FF6-03ED-49FA-8840-5612AFA70534}" presName="thickLine" presStyleLbl="alignNode1" presStyleIdx="4" presStyleCnt="7"/>
      <dgm:spPr/>
    </dgm:pt>
    <dgm:pt modelId="{F9B12557-580B-44D3-BA87-0785CCEE51BF}" type="pres">
      <dgm:prSet presAssocID="{430F7FF6-03ED-49FA-8840-5612AFA70534}" presName="horz1" presStyleCnt="0"/>
      <dgm:spPr/>
    </dgm:pt>
    <dgm:pt modelId="{41AAA2E6-1D95-4CEB-A916-017DD6AA1A39}" type="pres">
      <dgm:prSet presAssocID="{430F7FF6-03ED-49FA-8840-5612AFA70534}" presName="tx1" presStyleLbl="revTx" presStyleIdx="4" presStyleCnt="7"/>
      <dgm:spPr/>
    </dgm:pt>
    <dgm:pt modelId="{26AB5EB1-F5B0-42CC-9C95-AE7BEBB53E42}" type="pres">
      <dgm:prSet presAssocID="{430F7FF6-03ED-49FA-8840-5612AFA70534}" presName="vert1" presStyleCnt="0"/>
      <dgm:spPr/>
    </dgm:pt>
    <dgm:pt modelId="{79E6F8C5-E4D6-45AE-ACCD-1817E7625CC1}" type="pres">
      <dgm:prSet presAssocID="{B17A2797-368B-48A8-B27A-08F05B18A24F}" presName="thickLine" presStyleLbl="alignNode1" presStyleIdx="5" presStyleCnt="7"/>
      <dgm:spPr/>
    </dgm:pt>
    <dgm:pt modelId="{620A9E6C-4714-4D43-9D7E-2E5219EAADC4}" type="pres">
      <dgm:prSet presAssocID="{B17A2797-368B-48A8-B27A-08F05B18A24F}" presName="horz1" presStyleCnt="0"/>
      <dgm:spPr/>
    </dgm:pt>
    <dgm:pt modelId="{493B450B-2A02-46E9-97BA-E8367B7296A0}" type="pres">
      <dgm:prSet presAssocID="{B17A2797-368B-48A8-B27A-08F05B18A24F}" presName="tx1" presStyleLbl="revTx" presStyleIdx="5" presStyleCnt="7"/>
      <dgm:spPr/>
    </dgm:pt>
    <dgm:pt modelId="{B5F547CF-AD95-46AA-8A58-9C1FD0EC5FB9}" type="pres">
      <dgm:prSet presAssocID="{B17A2797-368B-48A8-B27A-08F05B18A24F}" presName="vert1" presStyleCnt="0"/>
      <dgm:spPr/>
    </dgm:pt>
    <dgm:pt modelId="{E814E559-057F-43E8-96CB-5855CAEAA962}" type="pres">
      <dgm:prSet presAssocID="{E5D142A9-5F27-48BC-B27A-6BE214F738B4}" presName="thickLine" presStyleLbl="alignNode1" presStyleIdx="6" presStyleCnt="7"/>
      <dgm:spPr/>
    </dgm:pt>
    <dgm:pt modelId="{615EB3B4-DEAA-4990-A118-134D7F499637}" type="pres">
      <dgm:prSet presAssocID="{E5D142A9-5F27-48BC-B27A-6BE214F738B4}" presName="horz1" presStyleCnt="0"/>
      <dgm:spPr/>
    </dgm:pt>
    <dgm:pt modelId="{973ED44A-20B1-4D9C-B314-18A3EACE3201}" type="pres">
      <dgm:prSet presAssocID="{E5D142A9-5F27-48BC-B27A-6BE214F738B4}" presName="tx1" presStyleLbl="revTx" presStyleIdx="6" presStyleCnt="7"/>
      <dgm:spPr/>
    </dgm:pt>
    <dgm:pt modelId="{D4EBE88B-EA58-46D5-91C9-D681FBBD8F64}" type="pres">
      <dgm:prSet presAssocID="{E5D142A9-5F27-48BC-B27A-6BE214F738B4}" presName="vert1" presStyleCnt="0"/>
      <dgm:spPr/>
    </dgm:pt>
  </dgm:ptLst>
  <dgm:cxnLst>
    <dgm:cxn modelId="{B9EA9900-6D72-4940-8306-63BB604B40FB}" srcId="{35C159DB-8673-42CA-9F33-533A5B1AC241}" destId="{E5D142A9-5F27-48BC-B27A-6BE214F738B4}" srcOrd="6" destOrd="0" parTransId="{BFE90F64-0B84-41F5-91E2-29B42CC56FFF}" sibTransId="{4AE945F7-C9D7-4802-AA9E-BBA1C8E9937C}"/>
    <dgm:cxn modelId="{E9815101-A5B5-4A7D-8149-60EAA0420126}" type="presOf" srcId="{E5D142A9-5F27-48BC-B27A-6BE214F738B4}" destId="{973ED44A-20B1-4D9C-B314-18A3EACE3201}" srcOrd="0" destOrd="0" presId="urn:microsoft.com/office/officeart/2008/layout/LinedList"/>
    <dgm:cxn modelId="{4620621E-3D65-486B-88AC-B8043FB9E0AD}" srcId="{35C159DB-8673-42CA-9F33-533A5B1AC241}" destId="{430F7FF6-03ED-49FA-8840-5612AFA70534}" srcOrd="4" destOrd="0" parTransId="{4B8AA1E0-66EB-4A2D-A159-A034912ED536}" sibTransId="{444BD079-7EC5-4EE4-B1A5-7E761F27AF6E}"/>
    <dgm:cxn modelId="{245C5530-ADB0-40DB-AF41-A97A750A5B00}" type="presOf" srcId="{430F7FF6-03ED-49FA-8840-5612AFA70534}" destId="{41AAA2E6-1D95-4CEB-A916-017DD6AA1A39}" srcOrd="0" destOrd="0" presId="urn:microsoft.com/office/officeart/2008/layout/LinedList"/>
    <dgm:cxn modelId="{4423E032-4871-42BE-8689-F2F0C7E0DC3D}" srcId="{35C159DB-8673-42CA-9F33-533A5B1AC241}" destId="{B17A2797-368B-48A8-B27A-08F05B18A24F}" srcOrd="5" destOrd="0" parTransId="{5113CCEB-11FF-454C-B749-30B262FEDC14}" sibTransId="{9F120EB3-3B72-4090-A7BE-FFC7CF37CA04}"/>
    <dgm:cxn modelId="{FDCC2369-1B41-4BC2-B78A-E3F61092D353}" type="presOf" srcId="{4B31A04F-CE6E-412C-BDA8-41699CBFE3FB}" destId="{EA67D6B3-A487-424F-9C08-77D8240E4BA2}" srcOrd="0" destOrd="0" presId="urn:microsoft.com/office/officeart/2008/layout/LinedList"/>
    <dgm:cxn modelId="{4EC1D74F-8FF5-4652-8887-A2361C6B66FB}" type="presOf" srcId="{FA96A476-8BD5-4B00-8704-FBB66ACB84C5}" destId="{9D65020B-E5DC-4E6C-85DD-91027401E42B}" srcOrd="0" destOrd="0" presId="urn:microsoft.com/office/officeart/2008/layout/LinedList"/>
    <dgm:cxn modelId="{7BDE2053-0188-4E81-A17D-F0B172FD1744}" type="presOf" srcId="{FF641388-E4E0-43F8-962F-831B75D9D968}" destId="{B68AA6CC-A7C5-42FE-B933-DF0EC52D3542}" srcOrd="0" destOrd="0" presId="urn:microsoft.com/office/officeart/2008/layout/LinedList"/>
    <dgm:cxn modelId="{B1475884-E287-4BA3-86F1-664B5CEFE58B}" srcId="{35C159DB-8673-42CA-9F33-533A5B1AC241}" destId="{4B31A04F-CE6E-412C-BDA8-41699CBFE3FB}" srcOrd="0" destOrd="0" parTransId="{98843F87-076E-4FC4-B420-118BE3939D4A}" sibTransId="{36D67BC7-917A-44F1-ADD6-3F41DA24C80E}"/>
    <dgm:cxn modelId="{A5C6519D-5398-462B-9C00-8FE5314AACE3}" type="presOf" srcId="{E663B86C-4120-4305-88A0-88CC7952E7A3}" destId="{8B03B90A-2FB8-4927-864B-B5417CCEF3F1}" srcOrd="0" destOrd="0" presId="urn:microsoft.com/office/officeart/2008/layout/LinedList"/>
    <dgm:cxn modelId="{8D6807C1-F9F9-4911-9A4C-1688ECCB0BAE}" srcId="{35C159DB-8673-42CA-9F33-533A5B1AC241}" destId="{FA96A476-8BD5-4B00-8704-FBB66ACB84C5}" srcOrd="1" destOrd="0" parTransId="{C99EEB25-2053-4191-9956-92B8F5AF891F}" sibTransId="{E743DBC3-FEAE-4897-9D54-64D27ADBF28C}"/>
    <dgm:cxn modelId="{1E315AC1-0F65-4E58-A94E-73E43DBA1CA7}" type="presOf" srcId="{35C159DB-8673-42CA-9F33-533A5B1AC241}" destId="{619D06C4-04B8-498B-AF08-1BBB832047FF}" srcOrd="0" destOrd="0" presId="urn:microsoft.com/office/officeart/2008/layout/LinedList"/>
    <dgm:cxn modelId="{8F7EBCE2-6521-4281-BC0B-7FFBACC9CA19}" srcId="{35C159DB-8673-42CA-9F33-533A5B1AC241}" destId="{FF641388-E4E0-43F8-962F-831B75D9D968}" srcOrd="2" destOrd="0" parTransId="{BC22DAAE-0ECD-4D2B-8A30-0FCF0574593F}" sibTransId="{790DA124-2A99-47A7-AA32-D334A72F0C25}"/>
    <dgm:cxn modelId="{3A8A40F9-D2AC-4E7B-AF56-59DEA902B768}" srcId="{35C159DB-8673-42CA-9F33-533A5B1AC241}" destId="{E663B86C-4120-4305-88A0-88CC7952E7A3}" srcOrd="3" destOrd="0" parTransId="{3B85A23F-769B-4B5C-9A97-26B18637429A}" sibTransId="{24BB5325-09CC-4E3E-B35B-97455CAA8595}"/>
    <dgm:cxn modelId="{AA1CDBFE-20CE-46D8-868E-EFE43F2B101F}" type="presOf" srcId="{B17A2797-368B-48A8-B27A-08F05B18A24F}" destId="{493B450B-2A02-46E9-97BA-E8367B7296A0}" srcOrd="0" destOrd="0" presId="urn:microsoft.com/office/officeart/2008/layout/LinedList"/>
    <dgm:cxn modelId="{7A6C3FCF-F970-4975-96F4-B92499B930D0}" type="presParOf" srcId="{619D06C4-04B8-498B-AF08-1BBB832047FF}" destId="{EB9F99ED-DE91-4C4F-9442-3C9B54BE5F97}" srcOrd="0" destOrd="0" presId="urn:microsoft.com/office/officeart/2008/layout/LinedList"/>
    <dgm:cxn modelId="{B3B30983-BE96-420B-9688-2797D842B107}" type="presParOf" srcId="{619D06C4-04B8-498B-AF08-1BBB832047FF}" destId="{E33FEC8D-2B72-4A55-BC1A-0118D5A835D2}" srcOrd="1" destOrd="0" presId="urn:microsoft.com/office/officeart/2008/layout/LinedList"/>
    <dgm:cxn modelId="{D2C57338-D58B-42F0-A723-ACEBAD80E151}" type="presParOf" srcId="{E33FEC8D-2B72-4A55-BC1A-0118D5A835D2}" destId="{EA67D6B3-A487-424F-9C08-77D8240E4BA2}" srcOrd="0" destOrd="0" presId="urn:microsoft.com/office/officeart/2008/layout/LinedList"/>
    <dgm:cxn modelId="{D9EF3DE0-DE43-430A-836F-3C0CFEBCF28F}" type="presParOf" srcId="{E33FEC8D-2B72-4A55-BC1A-0118D5A835D2}" destId="{A9EC8578-0546-499F-829B-D22DA6B2A1BB}" srcOrd="1" destOrd="0" presId="urn:microsoft.com/office/officeart/2008/layout/LinedList"/>
    <dgm:cxn modelId="{2D9023E3-40C5-4181-978B-68FA551BA7F9}" type="presParOf" srcId="{619D06C4-04B8-498B-AF08-1BBB832047FF}" destId="{D4738313-BF4B-4D83-BDA4-7E4922268310}" srcOrd="2" destOrd="0" presId="urn:microsoft.com/office/officeart/2008/layout/LinedList"/>
    <dgm:cxn modelId="{51B1FD67-ABBB-4689-AB69-2BB0B056C742}" type="presParOf" srcId="{619D06C4-04B8-498B-AF08-1BBB832047FF}" destId="{37EC6F9C-8D90-4B1F-A2B5-A64F77380D50}" srcOrd="3" destOrd="0" presId="urn:microsoft.com/office/officeart/2008/layout/LinedList"/>
    <dgm:cxn modelId="{4992B67F-6C74-4F2C-A1A8-00F39F9573E8}" type="presParOf" srcId="{37EC6F9C-8D90-4B1F-A2B5-A64F77380D50}" destId="{9D65020B-E5DC-4E6C-85DD-91027401E42B}" srcOrd="0" destOrd="0" presId="urn:microsoft.com/office/officeart/2008/layout/LinedList"/>
    <dgm:cxn modelId="{F2471EA4-23F3-4753-9FDF-86A9C15EB68A}" type="presParOf" srcId="{37EC6F9C-8D90-4B1F-A2B5-A64F77380D50}" destId="{F6BC080F-6237-4A55-8A6E-03B76030ADC3}" srcOrd="1" destOrd="0" presId="urn:microsoft.com/office/officeart/2008/layout/LinedList"/>
    <dgm:cxn modelId="{F4070399-D152-4AAE-9517-4F7E36CD64E0}" type="presParOf" srcId="{619D06C4-04B8-498B-AF08-1BBB832047FF}" destId="{788696E3-CA7F-4339-9341-C3BB96957935}" srcOrd="4" destOrd="0" presId="urn:microsoft.com/office/officeart/2008/layout/LinedList"/>
    <dgm:cxn modelId="{A7482B22-DFCA-4CF2-9837-77559087F849}" type="presParOf" srcId="{619D06C4-04B8-498B-AF08-1BBB832047FF}" destId="{E79A18EA-9C24-4DF1-8EC2-CCC905A9CF11}" srcOrd="5" destOrd="0" presId="urn:microsoft.com/office/officeart/2008/layout/LinedList"/>
    <dgm:cxn modelId="{723E8B4E-E710-4C4C-904C-99BC5BEBFEF2}" type="presParOf" srcId="{E79A18EA-9C24-4DF1-8EC2-CCC905A9CF11}" destId="{B68AA6CC-A7C5-42FE-B933-DF0EC52D3542}" srcOrd="0" destOrd="0" presId="urn:microsoft.com/office/officeart/2008/layout/LinedList"/>
    <dgm:cxn modelId="{6DF58BFA-C807-4961-88A6-F123F71AA75C}" type="presParOf" srcId="{E79A18EA-9C24-4DF1-8EC2-CCC905A9CF11}" destId="{2DF14E18-0D10-4976-944A-F94AFF55F14C}" srcOrd="1" destOrd="0" presId="urn:microsoft.com/office/officeart/2008/layout/LinedList"/>
    <dgm:cxn modelId="{FE2A927C-0ADC-4789-944E-7D13167D8EF1}" type="presParOf" srcId="{619D06C4-04B8-498B-AF08-1BBB832047FF}" destId="{AA5464E0-9D08-4F3C-9C47-BBD01F0C5FD9}" srcOrd="6" destOrd="0" presId="urn:microsoft.com/office/officeart/2008/layout/LinedList"/>
    <dgm:cxn modelId="{0ADEC5B0-85DA-4C03-BE4C-5A0EDB551B61}" type="presParOf" srcId="{619D06C4-04B8-498B-AF08-1BBB832047FF}" destId="{A0F08D21-C505-4DF2-B2FA-9D001636EF3B}" srcOrd="7" destOrd="0" presId="urn:microsoft.com/office/officeart/2008/layout/LinedList"/>
    <dgm:cxn modelId="{0EF33059-2AEA-4685-AEA8-E6F84655E527}" type="presParOf" srcId="{A0F08D21-C505-4DF2-B2FA-9D001636EF3B}" destId="{8B03B90A-2FB8-4927-864B-B5417CCEF3F1}" srcOrd="0" destOrd="0" presId="urn:microsoft.com/office/officeart/2008/layout/LinedList"/>
    <dgm:cxn modelId="{46C4FB6B-892C-4553-9A09-50873A33FDDB}" type="presParOf" srcId="{A0F08D21-C505-4DF2-B2FA-9D001636EF3B}" destId="{FBE29527-ECD1-40C3-9C7A-D664ED9A822D}" srcOrd="1" destOrd="0" presId="urn:microsoft.com/office/officeart/2008/layout/LinedList"/>
    <dgm:cxn modelId="{F715D44C-BDA5-4E8F-83A8-4694F5DD0CCE}" type="presParOf" srcId="{619D06C4-04B8-498B-AF08-1BBB832047FF}" destId="{E2D5B432-6C01-432D-9AA8-2959D199337D}" srcOrd="8" destOrd="0" presId="urn:microsoft.com/office/officeart/2008/layout/LinedList"/>
    <dgm:cxn modelId="{C427E981-3E45-48C3-84A3-64D220E25D4C}" type="presParOf" srcId="{619D06C4-04B8-498B-AF08-1BBB832047FF}" destId="{F9B12557-580B-44D3-BA87-0785CCEE51BF}" srcOrd="9" destOrd="0" presId="urn:microsoft.com/office/officeart/2008/layout/LinedList"/>
    <dgm:cxn modelId="{5DD4398E-0136-4F8A-8F75-FEAA96E743CF}" type="presParOf" srcId="{F9B12557-580B-44D3-BA87-0785CCEE51BF}" destId="{41AAA2E6-1D95-4CEB-A916-017DD6AA1A39}" srcOrd="0" destOrd="0" presId="urn:microsoft.com/office/officeart/2008/layout/LinedList"/>
    <dgm:cxn modelId="{FF8F7C71-BDDB-4E01-B5A4-E39FF41D5F11}" type="presParOf" srcId="{F9B12557-580B-44D3-BA87-0785CCEE51BF}" destId="{26AB5EB1-F5B0-42CC-9C95-AE7BEBB53E42}" srcOrd="1" destOrd="0" presId="urn:microsoft.com/office/officeart/2008/layout/LinedList"/>
    <dgm:cxn modelId="{7A4D403E-3DCC-4ED9-8AA1-00C91C839A31}" type="presParOf" srcId="{619D06C4-04B8-498B-AF08-1BBB832047FF}" destId="{79E6F8C5-E4D6-45AE-ACCD-1817E7625CC1}" srcOrd="10" destOrd="0" presId="urn:microsoft.com/office/officeart/2008/layout/LinedList"/>
    <dgm:cxn modelId="{59DE3A50-EA55-421C-8003-D7953B356F57}" type="presParOf" srcId="{619D06C4-04B8-498B-AF08-1BBB832047FF}" destId="{620A9E6C-4714-4D43-9D7E-2E5219EAADC4}" srcOrd="11" destOrd="0" presId="urn:microsoft.com/office/officeart/2008/layout/LinedList"/>
    <dgm:cxn modelId="{4F2BBD8C-FFA6-43DF-92D4-5ECE43F32512}" type="presParOf" srcId="{620A9E6C-4714-4D43-9D7E-2E5219EAADC4}" destId="{493B450B-2A02-46E9-97BA-E8367B7296A0}" srcOrd="0" destOrd="0" presId="urn:microsoft.com/office/officeart/2008/layout/LinedList"/>
    <dgm:cxn modelId="{72DB5EEF-E3C0-4C04-B7CB-D130F68936AA}" type="presParOf" srcId="{620A9E6C-4714-4D43-9D7E-2E5219EAADC4}" destId="{B5F547CF-AD95-46AA-8A58-9C1FD0EC5FB9}" srcOrd="1" destOrd="0" presId="urn:microsoft.com/office/officeart/2008/layout/LinedList"/>
    <dgm:cxn modelId="{4B7B52B2-0269-4150-8297-30C14796C53A}" type="presParOf" srcId="{619D06C4-04B8-498B-AF08-1BBB832047FF}" destId="{E814E559-057F-43E8-96CB-5855CAEAA962}" srcOrd="12" destOrd="0" presId="urn:microsoft.com/office/officeart/2008/layout/LinedList"/>
    <dgm:cxn modelId="{9575749A-D815-4922-BA2F-D6F54D72F511}" type="presParOf" srcId="{619D06C4-04B8-498B-AF08-1BBB832047FF}" destId="{615EB3B4-DEAA-4990-A118-134D7F499637}" srcOrd="13" destOrd="0" presId="urn:microsoft.com/office/officeart/2008/layout/LinedList"/>
    <dgm:cxn modelId="{71A53CD7-9137-4DC8-9126-F5C7D3118B7B}" type="presParOf" srcId="{615EB3B4-DEAA-4990-A118-134D7F499637}" destId="{973ED44A-20B1-4D9C-B314-18A3EACE3201}" srcOrd="0" destOrd="0" presId="urn:microsoft.com/office/officeart/2008/layout/LinedList"/>
    <dgm:cxn modelId="{1F16FC97-A6C0-4B1E-98DB-8372BA4C8235}" type="presParOf" srcId="{615EB3B4-DEAA-4990-A118-134D7F499637}" destId="{D4EBE88B-EA58-46D5-91C9-D681FBBD8F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5E4FFC0-90E4-419B-AE6A-66C5A56A7C9A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00C6708-9A2A-4E21-B64D-B49A3A9D8F15}">
      <dgm:prSet/>
      <dgm:spPr/>
      <dgm:t>
        <a:bodyPr/>
        <a:lstStyle/>
        <a:p>
          <a:r>
            <a:rPr lang="en-US"/>
            <a:t>Home.jsx</a:t>
          </a:r>
        </a:p>
      </dgm:t>
    </dgm:pt>
    <dgm:pt modelId="{19E742B3-8DBD-4923-A8A4-DAEEC0CB2C63}" type="parTrans" cxnId="{0BEB475C-352D-4567-8C38-4C0B58E5AF84}">
      <dgm:prSet/>
      <dgm:spPr/>
      <dgm:t>
        <a:bodyPr/>
        <a:lstStyle/>
        <a:p>
          <a:endParaRPr lang="en-US"/>
        </a:p>
      </dgm:t>
    </dgm:pt>
    <dgm:pt modelId="{27E639DC-E624-401F-8E67-BD37F0BCFF1A}" type="sibTrans" cxnId="{0BEB475C-352D-4567-8C38-4C0B58E5AF84}">
      <dgm:prSet/>
      <dgm:spPr/>
      <dgm:t>
        <a:bodyPr/>
        <a:lstStyle/>
        <a:p>
          <a:endParaRPr lang="en-US"/>
        </a:p>
      </dgm:t>
    </dgm:pt>
    <dgm:pt modelId="{315B1F3A-4D6D-4D9E-87EA-F16304D47D9E}">
      <dgm:prSet/>
      <dgm:spPr/>
      <dgm:t>
        <a:bodyPr/>
        <a:lstStyle/>
        <a:p>
          <a:r>
            <a:rPr lang="en-US"/>
            <a:t>Login.jsx</a:t>
          </a:r>
        </a:p>
      </dgm:t>
    </dgm:pt>
    <dgm:pt modelId="{34C82363-99A8-4D7D-B4E2-0237585CE32A}" type="parTrans" cxnId="{67B5AC8C-9946-4846-8C84-88C551D3E3C5}">
      <dgm:prSet/>
      <dgm:spPr/>
      <dgm:t>
        <a:bodyPr/>
        <a:lstStyle/>
        <a:p>
          <a:endParaRPr lang="en-US"/>
        </a:p>
      </dgm:t>
    </dgm:pt>
    <dgm:pt modelId="{973CAB88-9589-4EB6-8E28-A79C73BAC8E1}" type="sibTrans" cxnId="{67B5AC8C-9946-4846-8C84-88C551D3E3C5}">
      <dgm:prSet/>
      <dgm:spPr/>
      <dgm:t>
        <a:bodyPr/>
        <a:lstStyle/>
        <a:p>
          <a:endParaRPr lang="en-US"/>
        </a:p>
      </dgm:t>
    </dgm:pt>
    <dgm:pt modelId="{EAC12FBC-AE71-4EEF-B223-B8E6723206B3}">
      <dgm:prSet/>
      <dgm:spPr/>
      <dgm:t>
        <a:bodyPr/>
        <a:lstStyle/>
        <a:p>
          <a:r>
            <a:rPr lang="en-US"/>
            <a:t>Register.jsx</a:t>
          </a:r>
        </a:p>
      </dgm:t>
    </dgm:pt>
    <dgm:pt modelId="{CB46F979-D2AF-485B-A1AB-7C7DE79E6737}" type="parTrans" cxnId="{759924DB-2BE1-482C-934A-F9C65AEC21D4}">
      <dgm:prSet/>
      <dgm:spPr/>
      <dgm:t>
        <a:bodyPr/>
        <a:lstStyle/>
        <a:p>
          <a:endParaRPr lang="en-US"/>
        </a:p>
      </dgm:t>
    </dgm:pt>
    <dgm:pt modelId="{90D68008-B1A9-4B15-A8AA-E4D264BA0C75}" type="sibTrans" cxnId="{759924DB-2BE1-482C-934A-F9C65AEC21D4}">
      <dgm:prSet/>
      <dgm:spPr/>
      <dgm:t>
        <a:bodyPr/>
        <a:lstStyle/>
        <a:p>
          <a:endParaRPr lang="en-US"/>
        </a:p>
      </dgm:t>
    </dgm:pt>
    <dgm:pt modelId="{435B204E-3FFB-4316-9240-2F7A2B2CB847}">
      <dgm:prSet/>
      <dgm:spPr/>
      <dgm:t>
        <a:bodyPr/>
        <a:lstStyle/>
        <a:p>
          <a:r>
            <a:rPr lang="en-US"/>
            <a:t>Products.jsx</a:t>
          </a:r>
        </a:p>
      </dgm:t>
    </dgm:pt>
    <dgm:pt modelId="{0644E403-0F21-4907-AB32-503260ED5A2D}" type="parTrans" cxnId="{6D291828-91F2-4E31-B21F-35E0D9D87F2D}">
      <dgm:prSet/>
      <dgm:spPr/>
      <dgm:t>
        <a:bodyPr/>
        <a:lstStyle/>
        <a:p>
          <a:endParaRPr lang="en-US"/>
        </a:p>
      </dgm:t>
    </dgm:pt>
    <dgm:pt modelId="{1884F74F-D2FD-4FE9-8AEE-399AF80CAEBD}" type="sibTrans" cxnId="{6D291828-91F2-4E31-B21F-35E0D9D87F2D}">
      <dgm:prSet/>
      <dgm:spPr/>
      <dgm:t>
        <a:bodyPr/>
        <a:lstStyle/>
        <a:p>
          <a:endParaRPr lang="en-US"/>
        </a:p>
      </dgm:t>
    </dgm:pt>
    <dgm:pt modelId="{8B7B7D1D-B4F7-4F0A-AE99-A701DF46A74A}">
      <dgm:prSet/>
      <dgm:spPr/>
      <dgm:t>
        <a:bodyPr/>
        <a:lstStyle/>
        <a:p>
          <a:r>
            <a:rPr lang="en-US"/>
            <a:t>Cart.jsx</a:t>
          </a:r>
        </a:p>
      </dgm:t>
    </dgm:pt>
    <dgm:pt modelId="{CF1D131E-A9CA-4334-A4BF-597683E6A388}" type="parTrans" cxnId="{DD09947A-4F24-46CF-9B94-A803F9D3FDF6}">
      <dgm:prSet/>
      <dgm:spPr/>
      <dgm:t>
        <a:bodyPr/>
        <a:lstStyle/>
        <a:p>
          <a:endParaRPr lang="en-US"/>
        </a:p>
      </dgm:t>
    </dgm:pt>
    <dgm:pt modelId="{ECF4CE61-C646-4BB2-BC8D-10C0C564002D}" type="sibTrans" cxnId="{DD09947A-4F24-46CF-9B94-A803F9D3FDF6}">
      <dgm:prSet/>
      <dgm:spPr/>
      <dgm:t>
        <a:bodyPr/>
        <a:lstStyle/>
        <a:p>
          <a:endParaRPr lang="en-US"/>
        </a:p>
      </dgm:t>
    </dgm:pt>
    <dgm:pt modelId="{FB37D2E9-AFE1-4C47-890E-98639C1F610E}">
      <dgm:prSet/>
      <dgm:spPr/>
      <dgm:t>
        <a:bodyPr/>
        <a:lstStyle/>
        <a:p>
          <a:r>
            <a:rPr lang="en-US"/>
            <a:t>Orders.jsx</a:t>
          </a:r>
        </a:p>
      </dgm:t>
    </dgm:pt>
    <dgm:pt modelId="{A0994708-78CD-4852-B01A-D4F7CC482531}" type="parTrans" cxnId="{842C6BDB-3DBA-4C01-BC3F-C874E8F76ED1}">
      <dgm:prSet/>
      <dgm:spPr/>
      <dgm:t>
        <a:bodyPr/>
        <a:lstStyle/>
        <a:p>
          <a:endParaRPr lang="en-US"/>
        </a:p>
      </dgm:t>
    </dgm:pt>
    <dgm:pt modelId="{D7D0C5AF-475A-49FC-9B38-CA1B6062739B}" type="sibTrans" cxnId="{842C6BDB-3DBA-4C01-BC3F-C874E8F76ED1}">
      <dgm:prSet/>
      <dgm:spPr/>
      <dgm:t>
        <a:bodyPr/>
        <a:lstStyle/>
        <a:p>
          <a:endParaRPr lang="en-US"/>
        </a:p>
      </dgm:t>
    </dgm:pt>
    <dgm:pt modelId="{525CFEF6-C63D-42A4-A4E8-885CDA485894}">
      <dgm:prSet/>
      <dgm:spPr/>
      <dgm:t>
        <a:bodyPr/>
        <a:lstStyle/>
        <a:p>
          <a:r>
            <a:rPr lang="en-US"/>
            <a:t>AdminDashboard.jsx</a:t>
          </a:r>
        </a:p>
      </dgm:t>
    </dgm:pt>
    <dgm:pt modelId="{616ECB1E-2844-47CC-A633-E8AE09568FC1}" type="parTrans" cxnId="{8AE24948-2027-4896-9314-73C634748061}">
      <dgm:prSet/>
      <dgm:spPr/>
      <dgm:t>
        <a:bodyPr/>
        <a:lstStyle/>
        <a:p>
          <a:endParaRPr lang="en-US"/>
        </a:p>
      </dgm:t>
    </dgm:pt>
    <dgm:pt modelId="{7C6D977C-5A53-4CCA-884C-F89E51943B05}" type="sibTrans" cxnId="{8AE24948-2027-4896-9314-73C634748061}">
      <dgm:prSet/>
      <dgm:spPr/>
      <dgm:t>
        <a:bodyPr/>
        <a:lstStyle/>
        <a:p>
          <a:endParaRPr lang="en-US"/>
        </a:p>
      </dgm:t>
    </dgm:pt>
    <dgm:pt modelId="{730A2ABA-A7CC-412D-9AB5-F203D80F718E}">
      <dgm:prSet/>
      <dgm:spPr/>
      <dgm:t>
        <a:bodyPr/>
        <a:lstStyle/>
        <a:p>
          <a:r>
            <a:rPr lang="en-US"/>
            <a:t>ManageProducts.jsx</a:t>
          </a:r>
        </a:p>
      </dgm:t>
    </dgm:pt>
    <dgm:pt modelId="{56B06480-11E4-4239-9E25-AEC7BA6C83F5}" type="parTrans" cxnId="{9C48BDAF-1212-4A44-823B-5BD73B10260C}">
      <dgm:prSet/>
      <dgm:spPr/>
      <dgm:t>
        <a:bodyPr/>
        <a:lstStyle/>
        <a:p>
          <a:endParaRPr lang="en-US"/>
        </a:p>
      </dgm:t>
    </dgm:pt>
    <dgm:pt modelId="{B299EBCF-B5AA-4F0F-8899-5C8C4CFE35DB}" type="sibTrans" cxnId="{9C48BDAF-1212-4A44-823B-5BD73B10260C}">
      <dgm:prSet/>
      <dgm:spPr/>
      <dgm:t>
        <a:bodyPr/>
        <a:lstStyle/>
        <a:p>
          <a:endParaRPr lang="en-US"/>
        </a:p>
      </dgm:t>
    </dgm:pt>
    <dgm:pt modelId="{3F606A01-ADD2-48FA-B8B7-B23DB35AA533}">
      <dgm:prSet/>
      <dgm:spPr/>
      <dgm:t>
        <a:bodyPr/>
        <a:lstStyle/>
        <a:p>
          <a:r>
            <a:rPr lang="en-US"/>
            <a:t>Profile.jsx</a:t>
          </a:r>
        </a:p>
      </dgm:t>
    </dgm:pt>
    <dgm:pt modelId="{F8711656-9858-4F90-82D9-9946BCBB038F}" type="parTrans" cxnId="{02AE2662-E74A-4547-A272-0ECDDDABB361}">
      <dgm:prSet/>
      <dgm:spPr/>
      <dgm:t>
        <a:bodyPr/>
        <a:lstStyle/>
        <a:p>
          <a:endParaRPr lang="en-US"/>
        </a:p>
      </dgm:t>
    </dgm:pt>
    <dgm:pt modelId="{88CC318F-845E-402A-B908-0C47A0586245}" type="sibTrans" cxnId="{02AE2662-E74A-4547-A272-0ECDDDABB361}">
      <dgm:prSet/>
      <dgm:spPr/>
      <dgm:t>
        <a:bodyPr/>
        <a:lstStyle/>
        <a:p>
          <a:endParaRPr lang="en-US"/>
        </a:p>
      </dgm:t>
    </dgm:pt>
    <dgm:pt modelId="{0148F1B6-3F7F-4DB6-90D5-C303E9EAB12D}" type="pres">
      <dgm:prSet presAssocID="{85E4FFC0-90E4-419B-AE6A-66C5A56A7C9A}" presName="vert0" presStyleCnt="0">
        <dgm:presLayoutVars>
          <dgm:dir/>
          <dgm:animOne val="branch"/>
          <dgm:animLvl val="lvl"/>
        </dgm:presLayoutVars>
      </dgm:prSet>
      <dgm:spPr/>
    </dgm:pt>
    <dgm:pt modelId="{DC3DF0B0-D3AD-4644-8FE5-294AB13427CF}" type="pres">
      <dgm:prSet presAssocID="{A00C6708-9A2A-4E21-B64D-B49A3A9D8F15}" presName="thickLine" presStyleLbl="alignNode1" presStyleIdx="0" presStyleCnt="9"/>
      <dgm:spPr/>
    </dgm:pt>
    <dgm:pt modelId="{AB5C2647-95EA-4E8A-8310-537933447C63}" type="pres">
      <dgm:prSet presAssocID="{A00C6708-9A2A-4E21-B64D-B49A3A9D8F15}" presName="horz1" presStyleCnt="0"/>
      <dgm:spPr/>
    </dgm:pt>
    <dgm:pt modelId="{900597B7-23AF-443C-B215-2879E930CA97}" type="pres">
      <dgm:prSet presAssocID="{A00C6708-9A2A-4E21-B64D-B49A3A9D8F15}" presName="tx1" presStyleLbl="revTx" presStyleIdx="0" presStyleCnt="9"/>
      <dgm:spPr/>
    </dgm:pt>
    <dgm:pt modelId="{B063848F-7A53-424F-B492-ECCABBBCC8F3}" type="pres">
      <dgm:prSet presAssocID="{A00C6708-9A2A-4E21-B64D-B49A3A9D8F15}" presName="vert1" presStyleCnt="0"/>
      <dgm:spPr/>
    </dgm:pt>
    <dgm:pt modelId="{95781DD2-2B48-48C2-BCD2-EDC1D25C5C7E}" type="pres">
      <dgm:prSet presAssocID="{315B1F3A-4D6D-4D9E-87EA-F16304D47D9E}" presName="thickLine" presStyleLbl="alignNode1" presStyleIdx="1" presStyleCnt="9"/>
      <dgm:spPr/>
    </dgm:pt>
    <dgm:pt modelId="{C03AA818-09B7-4010-981D-0837D0C49C53}" type="pres">
      <dgm:prSet presAssocID="{315B1F3A-4D6D-4D9E-87EA-F16304D47D9E}" presName="horz1" presStyleCnt="0"/>
      <dgm:spPr/>
    </dgm:pt>
    <dgm:pt modelId="{A9E40CFF-DFF7-4F8B-9A5F-FC14F557FD5B}" type="pres">
      <dgm:prSet presAssocID="{315B1F3A-4D6D-4D9E-87EA-F16304D47D9E}" presName="tx1" presStyleLbl="revTx" presStyleIdx="1" presStyleCnt="9"/>
      <dgm:spPr/>
    </dgm:pt>
    <dgm:pt modelId="{7E452BFE-1496-41AD-ACFA-B284F5CDCF40}" type="pres">
      <dgm:prSet presAssocID="{315B1F3A-4D6D-4D9E-87EA-F16304D47D9E}" presName="vert1" presStyleCnt="0"/>
      <dgm:spPr/>
    </dgm:pt>
    <dgm:pt modelId="{4C9CC4C5-99A1-4FD8-9210-4BFB33E873B9}" type="pres">
      <dgm:prSet presAssocID="{EAC12FBC-AE71-4EEF-B223-B8E6723206B3}" presName="thickLine" presStyleLbl="alignNode1" presStyleIdx="2" presStyleCnt="9"/>
      <dgm:spPr/>
    </dgm:pt>
    <dgm:pt modelId="{9060DBB0-129C-4C4C-8DDD-D036ECC8F4FC}" type="pres">
      <dgm:prSet presAssocID="{EAC12FBC-AE71-4EEF-B223-B8E6723206B3}" presName="horz1" presStyleCnt="0"/>
      <dgm:spPr/>
    </dgm:pt>
    <dgm:pt modelId="{13F9B0ED-F781-4955-8DA4-CC4B507D0FEB}" type="pres">
      <dgm:prSet presAssocID="{EAC12FBC-AE71-4EEF-B223-B8E6723206B3}" presName="tx1" presStyleLbl="revTx" presStyleIdx="2" presStyleCnt="9"/>
      <dgm:spPr/>
    </dgm:pt>
    <dgm:pt modelId="{E26670EE-D34F-4FC7-8B1A-25DD7A630D0C}" type="pres">
      <dgm:prSet presAssocID="{EAC12FBC-AE71-4EEF-B223-B8E6723206B3}" presName="vert1" presStyleCnt="0"/>
      <dgm:spPr/>
    </dgm:pt>
    <dgm:pt modelId="{0EAD7302-238C-4812-9225-AE016E554B87}" type="pres">
      <dgm:prSet presAssocID="{435B204E-3FFB-4316-9240-2F7A2B2CB847}" presName="thickLine" presStyleLbl="alignNode1" presStyleIdx="3" presStyleCnt="9"/>
      <dgm:spPr/>
    </dgm:pt>
    <dgm:pt modelId="{1C66C8B5-43E5-4627-961C-8368D3CD0F0C}" type="pres">
      <dgm:prSet presAssocID="{435B204E-3FFB-4316-9240-2F7A2B2CB847}" presName="horz1" presStyleCnt="0"/>
      <dgm:spPr/>
    </dgm:pt>
    <dgm:pt modelId="{68958B22-BCDE-4018-A143-98D280809D21}" type="pres">
      <dgm:prSet presAssocID="{435B204E-3FFB-4316-9240-2F7A2B2CB847}" presName="tx1" presStyleLbl="revTx" presStyleIdx="3" presStyleCnt="9"/>
      <dgm:spPr/>
    </dgm:pt>
    <dgm:pt modelId="{DC2C2A08-DDDE-4D63-91B8-B33499EBABF2}" type="pres">
      <dgm:prSet presAssocID="{435B204E-3FFB-4316-9240-2F7A2B2CB847}" presName="vert1" presStyleCnt="0"/>
      <dgm:spPr/>
    </dgm:pt>
    <dgm:pt modelId="{A65FF386-05F2-4142-A7D7-935646BD2491}" type="pres">
      <dgm:prSet presAssocID="{8B7B7D1D-B4F7-4F0A-AE99-A701DF46A74A}" presName="thickLine" presStyleLbl="alignNode1" presStyleIdx="4" presStyleCnt="9"/>
      <dgm:spPr/>
    </dgm:pt>
    <dgm:pt modelId="{2B1F0416-7E2A-486B-AC83-CF456D9A8604}" type="pres">
      <dgm:prSet presAssocID="{8B7B7D1D-B4F7-4F0A-AE99-A701DF46A74A}" presName="horz1" presStyleCnt="0"/>
      <dgm:spPr/>
    </dgm:pt>
    <dgm:pt modelId="{DDCAABCF-25E3-4ADF-A823-897E5BBD32E8}" type="pres">
      <dgm:prSet presAssocID="{8B7B7D1D-B4F7-4F0A-AE99-A701DF46A74A}" presName="tx1" presStyleLbl="revTx" presStyleIdx="4" presStyleCnt="9"/>
      <dgm:spPr/>
    </dgm:pt>
    <dgm:pt modelId="{29CC1F45-F835-466E-A710-AB80609B31C3}" type="pres">
      <dgm:prSet presAssocID="{8B7B7D1D-B4F7-4F0A-AE99-A701DF46A74A}" presName="vert1" presStyleCnt="0"/>
      <dgm:spPr/>
    </dgm:pt>
    <dgm:pt modelId="{82BA4C7A-2926-41D6-BA37-7363A88FAD44}" type="pres">
      <dgm:prSet presAssocID="{FB37D2E9-AFE1-4C47-890E-98639C1F610E}" presName="thickLine" presStyleLbl="alignNode1" presStyleIdx="5" presStyleCnt="9"/>
      <dgm:spPr/>
    </dgm:pt>
    <dgm:pt modelId="{DC679D5F-4C16-475B-81F7-B80A881D80E3}" type="pres">
      <dgm:prSet presAssocID="{FB37D2E9-AFE1-4C47-890E-98639C1F610E}" presName="horz1" presStyleCnt="0"/>
      <dgm:spPr/>
    </dgm:pt>
    <dgm:pt modelId="{3918490A-3B6B-46CA-8A42-1570A4FD76CF}" type="pres">
      <dgm:prSet presAssocID="{FB37D2E9-AFE1-4C47-890E-98639C1F610E}" presName="tx1" presStyleLbl="revTx" presStyleIdx="5" presStyleCnt="9"/>
      <dgm:spPr/>
    </dgm:pt>
    <dgm:pt modelId="{3AB8B64F-1D74-4052-81A5-6F8C1B0AE592}" type="pres">
      <dgm:prSet presAssocID="{FB37D2E9-AFE1-4C47-890E-98639C1F610E}" presName="vert1" presStyleCnt="0"/>
      <dgm:spPr/>
    </dgm:pt>
    <dgm:pt modelId="{7ECE17EC-5ED2-4795-B73C-944F2A113BBB}" type="pres">
      <dgm:prSet presAssocID="{525CFEF6-C63D-42A4-A4E8-885CDA485894}" presName="thickLine" presStyleLbl="alignNode1" presStyleIdx="6" presStyleCnt="9"/>
      <dgm:spPr/>
    </dgm:pt>
    <dgm:pt modelId="{F5060C4F-BC12-4FCF-9994-1FA0D1797495}" type="pres">
      <dgm:prSet presAssocID="{525CFEF6-C63D-42A4-A4E8-885CDA485894}" presName="horz1" presStyleCnt="0"/>
      <dgm:spPr/>
    </dgm:pt>
    <dgm:pt modelId="{6F9DD8F8-193C-4FF9-8A4E-12BD1AF77649}" type="pres">
      <dgm:prSet presAssocID="{525CFEF6-C63D-42A4-A4E8-885CDA485894}" presName="tx1" presStyleLbl="revTx" presStyleIdx="6" presStyleCnt="9"/>
      <dgm:spPr/>
    </dgm:pt>
    <dgm:pt modelId="{F375BCFB-E79F-465B-B04A-483A1A66DDF9}" type="pres">
      <dgm:prSet presAssocID="{525CFEF6-C63D-42A4-A4E8-885CDA485894}" presName="vert1" presStyleCnt="0"/>
      <dgm:spPr/>
    </dgm:pt>
    <dgm:pt modelId="{5A2D6291-AD56-463A-B52E-A0306266BFC3}" type="pres">
      <dgm:prSet presAssocID="{730A2ABA-A7CC-412D-9AB5-F203D80F718E}" presName="thickLine" presStyleLbl="alignNode1" presStyleIdx="7" presStyleCnt="9"/>
      <dgm:spPr/>
    </dgm:pt>
    <dgm:pt modelId="{AAD90C9F-F00C-4C3B-9804-DFEA7BF7CB5E}" type="pres">
      <dgm:prSet presAssocID="{730A2ABA-A7CC-412D-9AB5-F203D80F718E}" presName="horz1" presStyleCnt="0"/>
      <dgm:spPr/>
    </dgm:pt>
    <dgm:pt modelId="{111D7525-994E-4C18-B1CF-E3F09DCD513A}" type="pres">
      <dgm:prSet presAssocID="{730A2ABA-A7CC-412D-9AB5-F203D80F718E}" presName="tx1" presStyleLbl="revTx" presStyleIdx="7" presStyleCnt="9"/>
      <dgm:spPr/>
    </dgm:pt>
    <dgm:pt modelId="{436DA47C-E4B1-4F66-AE2B-B3706E44D26E}" type="pres">
      <dgm:prSet presAssocID="{730A2ABA-A7CC-412D-9AB5-F203D80F718E}" presName="vert1" presStyleCnt="0"/>
      <dgm:spPr/>
    </dgm:pt>
    <dgm:pt modelId="{B51DCFF3-AEC2-440F-9F29-183548685F6E}" type="pres">
      <dgm:prSet presAssocID="{3F606A01-ADD2-48FA-B8B7-B23DB35AA533}" presName="thickLine" presStyleLbl="alignNode1" presStyleIdx="8" presStyleCnt="9"/>
      <dgm:spPr/>
    </dgm:pt>
    <dgm:pt modelId="{386A4B42-6A45-4854-A6DA-4271E658242C}" type="pres">
      <dgm:prSet presAssocID="{3F606A01-ADD2-48FA-B8B7-B23DB35AA533}" presName="horz1" presStyleCnt="0"/>
      <dgm:spPr/>
    </dgm:pt>
    <dgm:pt modelId="{8D7CECFF-6AD8-47A7-8854-5AD2FBF027F1}" type="pres">
      <dgm:prSet presAssocID="{3F606A01-ADD2-48FA-B8B7-B23DB35AA533}" presName="tx1" presStyleLbl="revTx" presStyleIdx="8" presStyleCnt="9"/>
      <dgm:spPr/>
    </dgm:pt>
    <dgm:pt modelId="{3BF262F2-6794-4260-9587-B25EDB9D60A5}" type="pres">
      <dgm:prSet presAssocID="{3F606A01-ADD2-48FA-B8B7-B23DB35AA533}" presName="vert1" presStyleCnt="0"/>
      <dgm:spPr/>
    </dgm:pt>
  </dgm:ptLst>
  <dgm:cxnLst>
    <dgm:cxn modelId="{95F10203-8428-4793-B156-02638AE0597C}" type="presOf" srcId="{525CFEF6-C63D-42A4-A4E8-885CDA485894}" destId="{6F9DD8F8-193C-4FF9-8A4E-12BD1AF77649}" srcOrd="0" destOrd="0" presId="urn:microsoft.com/office/officeart/2008/layout/LinedList"/>
    <dgm:cxn modelId="{8EB17B14-DB89-436E-A671-0D4897D215CF}" type="presOf" srcId="{315B1F3A-4D6D-4D9E-87EA-F16304D47D9E}" destId="{A9E40CFF-DFF7-4F8B-9A5F-FC14F557FD5B}" srcOrd="0" destOrd="0" presId="urn:microsoft.com/office/officeart/2008/layout/LinedList"/>
    <dgm:cxn modelId="{6D291828-91F2-4E31-B21F-35E0D9D87F2D}" srcId="{85E4FFC0-90E4-419B-AE6A-66C5A56A7C9A}" destId="{435B204E-3FFB-4316-9240-2F7A2B2CB847}" srcOrd="3" destOrd="0" parTransId="{0644E403-0F21-4907-AB32-503260ED5A2D}" sibTransId="{1884F74F-D2FD-4FE9-8AEE-399AF80CAEBD}"/>
    <dgm:cxn modelId="{0BEB475C-352D-4567-8C38-4C0B58E5AF84}" srcId="{85E4FFC0-90E4-419B-AE6A-66C5A56A7C9A}" destId="{A00C6708-9A2A-4E21-B64D-B49A3A9D8F15}" srcOrd="0" destOrd="0" parTransId="{19E742B3-8DBD-4923-A8A4-DAEEC0CB2C63}" sibTransId="{27E639DC-E624-401F-8E67-BD37F0BCFF1A}"/>
    <dgm:cxn modelId="{02AE2662-E74A-4547-A272-0ECDDDABB361}" srcId="{85E4FFC0-90E4-419B-AE6A-66C5A56A7C9A}" destId="{3F606A01-ADD2-48FA-B8B7-B23DB35AA533}" srcOrd="8" destOrd="0" parTransId="{F8711656-9858-4F90-82D9-9946BCBB038F}" sibTransId="{88CC318F-845E-402A-B908-0C47A0586245}"/>
    <dgm:cxn modelId="{E80D4847-0A0C-4C11-8355-315612DEF54B}" type="presOf" srcId="{EAC12FBC-AE71-4EEF-B223-B8E6723206B3}" destId="{13F9B0ED-F781-4955-8DA4-CC4B507D0FEB}" srcOrd="0" destOrd="0" presId="urn:microsoft.com/office/officeart/2008/layout/LinedList"/>
    <dgm:cxn modelId="{8AE24948-2027-4896-9314-73C634748061}" srcId="{85E4FFC0-90E4-419B-AE6A-66C5A56A7C9A}" destId="{525CFEF6-C63D-42A4-A4E8-885CDA485894}" srcOrd="6" destOrd="0" parTransId="{616ECB1E-2844-47CC-A633-E8AE09568FC1}" sibTransId="{7C6D977C-5A53-4CCA-884C-F89E51943B05}"/>
    <dgm:cxn modelId="{E215A670-1AB2-4C2F-B687-2139A368B9D0}" type="presOf" srcId="{3F606A01-ADD2-48FA-B8B7-B23DB35AA533}" destId="{8D7CECFF-6AD8-47A7-8854-5AD2FBF027F1}" srcOrd="0" destOrd="0" presId="urn:microsoft.com/office/officeart/2008/layout/LinedList"/>
    <dgm:cxn modelId="{A5B79F73-EAD9-40C7-83A2-8B5FFBEC02B6}" type="presOf" srcId="{8B7B7D1D-B4F7-4F0A-AE99-A701DF46A74A}" destId="{DDCAABCF-25E3-4ADF-A823-897E5BBD32E8}" srcOrd="0" destOrd="0" presId="urn:microsoft.com/office/officeart/2008/layout/LinedList"/>
    <dgm:cxn modelId="{DD09947A-4F24-46CF-9B94-A803F9D3FDF6}" srcId="{85E4FFC0-90E4-419B-AE6A-66C5A56A7C9A}" destId="{8B7B7D1D-B4F7-4F0A-AE99-A701DF46A74A}" srcOrd="4" destOrd="0" parTransId="{CF1D131E-A9CA-4334-A4BF-597683E6A388}" sibTransId="{ECF4CE61-C646-4BB2-BC8D-10C0C564002D}"/>
    <dgm:cxn modelId="{67B5AC8C-9946-4846-8C84-88C551D3E3C5}" srcId="{85E4FFC0-90E4-419B-AE6A-66C5A56A7C9A}" destId="{315B1F3A-4D6D-4D9E-87EA-F16304D47D9E}" srcOrd="1" destOrd="0" parTransId="{34C82363-99A8-4D7D-B4E2-0237585CE32A}" sibTransId="{973CAB88-9589-4EB6-8E28-A79C73BAC8E1}"/>
    <dgm:cxn modelId="{887B4790-95B1-4A6D-92E6-1FEFF34F1F9D}" type="presOf" srcId="{435B204E-3FFB-4316-9240-2F7A2B2CB847}" destId="{68958B22-BCDE-4018-A143-98D280809D21}" srcOrd="0" destOrd="0" presId="urn:microsoft.com/office/officeart/2008/layout/LinedList"/>
    <dgm:cxn modelId="{9C48BDAF-1212-4A44-823B-5BD73B10260C}" srcId="{85E4FFC0-90E4-419B-AE6A-66C5A56A7C9A}" destId="{730A2ABA-A7CC-412D-9AB5-F203D80F718E}" srcOrd="7" destOrd="0" parTransId="{56B06480-11E4-4239-9E25-AEC7BA6C83F5}" sibTransId="{B299EBCF-B5AA-4F0F-8899-5C8C4CFE35DB}"/>
    <dgm:cxn modelId="{F0A75AB2-65B3-4640-A1DC-8EC3B181F0D5}" type="presOf" srcId="{730A2ABA-A7CC-412D-9AB5-F203D80F718E}" destId="{111D7525-994E-4C18-B1CF-E3F09DCD513A}" srcOrd="0" destOrd="0" presId="urn:microsoft.com/office/officeart/2008/layout/LinedList"/>
    <dgm:cxn modelId="{380BFAD1-AE4E-45A5-BAD4-2FE82BD58D5B}" type="presOf" srcId="{A00C6708-9A2A-4E21-B64D-B49A3A9D8F15}" destId="{900597B7-23AF-443C-B215-2879E930CA97}" srcOrd="0" destOrd="0" presId="urn:microsoft.com/office/officeart/2008/layout/LinedList"/>
    <dgm:cxn modelId="{759924DB-2BE1-482C-934A-F9C65AEC21D4}" srcId="{85E4FFC0-90E4-419B-AE6A-66C5A56A7C9A}" destId="{EAC12FBC-AE71-4EEF-B223-B8E6723206B3}" srcOrd="2" destOrd="0" parTransId="{CB46F979-D2AF-485B-A1AB-7C7DE79E6737}" sibTransId="{90D68008-B1A9-4B15-A8AA-E4D264BA0C75}"/>
    <dgm:cxn modelId="{842C6BDB-3DBA-4C01-BC3F-C874E8F76ED1}" srcId="{85E4FFC0-90E4-419B-AE6A-66C5A56A7C9A}" destId="{FB37D2E9-AFE1-4C47-890E-98639C1F610E}" srcOrd="5" destOrd="0" parTransId="{A0994708-78CD-4852-B01A-D4F7CC482531}" sibTransId="{D7D0C5AF-475A-49FC-9B38-CA1B6062739B}"/>
    <dgm:cxn modelId="{57F389E5-33E1-4864-B0A9-4095D0579FC2}" type="presOf" srcId="{FB37D2E9-AFE1-4C47-890E-98639C1F610E}" destId="{3918490A-3B6B-46CA-8A42-1570A4FD76CF}" srcOrd="0" destOrd="0" presId="urn:microsoft.com/office/officeart/2008/layout/LinedList"/>
    <dgm:cxn modelId="{1B28BAF7-8858-4059-80DE-F855F789EAC1}" type="presOf" srcId="{85E4FFC0-90E4-419B-AE6A-66C5A56A7C9A}" destId="{0148F1B6-3F7F-4DB6-90D5-C303E9EAB12D}" srcOrd="0" destOrd="0" presId="urn:microsoft.com/office/officeart/2008/layout/LinedList"/>
    <dgm:cxn modelId="{C059A4F7-FD37-47C4-87FA-D9251FC741B6}" type="presParOf" srcId="{0148F1B6-3F7F-4DB6-90D5-C303E9EAB12D}" destId="{DC3DF0B0-D3AD-4644-8FE5-294AB13427CF}" srcOrd="0" destOrd="0" presId="urn:microsoft.com/office/officeart/2008/layout/LinedList"/>
    <dgm:cxn modelId="{E2C8EAFD-5A3C-4013-B1C0-6541F0226339}" type="presParOf" srcId="{0148F1B6-3F7F-4DB6-90D5-C303E9EAB12D}" destId="{AB5C2647-95EA-4E8A-8310-537933447C63}" srcOrd="1" destOrd="0" presId="urn:microsoft.com/office/officeart/2008/layout/LinedList"/>
    <dgm:cxn modelId="{C7458A59-09A2-4248-BEEA-7E9094CF2981}" type="presParOf" srcId="{AB5C2647-95EA-4E8A-8310-537933447C63}" destId="{900597B7-23AF-443C-B215-2879E930CA97}" srcOrd="0" destOrd="0" presId="urn:microsoft.com/office/officeart/2008/layout/LinedList"/>
    <dgm:cxn modelId="{CEDB2C70-77EA-456D-823D-78D37AEA8856}" type="presParOf" srcId="{AB5C2647-95EA-4E8A-8310-537933447C63}" destId="{B063848F-7A53-424F-B492-ECCABBBCC8F3}" srcOrd="1" destOrd="0" presId="urn:microsoft.com/office/officeart/2008/layout/LinedList"/>
    <dgm:cxn modelId="{35518369-E122-4457-821E-484C6DF540DA}" type="presParOf" srcId="{0148F1B6-3F7F-4DB6-90D5-C303E9EAB12D}" destId="{95781DD2-2B48-48C2-BCD2-EDC1D25C5C7E}" srcOrd="2" destOrd="0" presId="urn:microsoft.com/office/officeart/2008/layout/LinedList"/>
    <dgm:cxn modelId="{0ECF3B80-EBD2-4CF7-BE2D-A40BA8536045}" type="presParOf" srcId="{0148F1B6-3F7F-4DB6-90D5-C303E9EAB12D}" destId="{C03AA818-09B7-4010-981D-0837D0C49C53}" srcOrd="3" destOrd="0" presId="urn:microsoft.com/office/officeart/2008/layout/LinedList"/>
    <dgm:cxn modelId="{02A36CAE-676F-4098-8B06-20A28668674F}" type="presParOf" srcId="{C03AA818-09B7-4010-981D-0837D0C49C53}" destId="{A9E40CFF-DFF7-4F8B-9A5F-FC14F557FD5B}" srcOrd="0" destOrd="0" presId="urn:microsoft.com/office/officeart/2008/layout/LinedList"/>
    <dgm:cxn modelId="{0F15630D-33A0-4771-81F9-76D554AE2638}" type="presParOf" srcId="{C03AA818-09B7-4010-981D-0837D0C49C53}" destId="{7E452BFE-1496-41AD-ACFA-B284F5CDCF40}" srcOrd="1" destOrd="0" presId="urn:microsoft.com/office/officeart/2008/layout/LinedList"/>
    <dgm:cxn modelId="{93D740DA-6DAA-4A57-A1F2-433F702DD7D3}" type="presParOf" srcId="{0148F1B6-3F7F-4DB6-90D5-C303E9EAB12D}" destId="{4C9CC4C5-99A1-4FD8-9210-4BFB33E873B9}" srcOrd="4" destOrd="0" presId="urn:microsoft.com/office/officeart/2008/layout/LinedList"/>
    <dgm:cxn modelId="{859B4BE4-04CB-406D-8FD0-B1009D28BFEB}" type="presParOf" srcId="{0148F1B6-3F7F-4DB6-90D5-C303E9EAB12D}" destId="{9060DBB0-129C-4C4C-8DDD-D036ECC8F4FC}" srcOrd="5" destOrd="0" presId="urn:microsoft.com/office/officeart/2008/layout/LinedList"/>
    <dgm:cxn modelId="{236184E5-6EE9-426D-B59B-971D8359B308}" type="presParOf" srcId="{9060DBB0-129C-4C4C-8DDD-D036ECC8F4FC}" destId="{13F9B0ED-F781-4955-8DA4-CC4B507D0FEB}" srcOrd="0" destOrd="0" presId="urn:microsoft.com/office/officeart/2008/layout/LinedList"/>
    <dgm:cxn modelId="{9140C487-B363-4C86-B68D-2D50B6036C45}" type="presParOf" srcId="{9060DBB0-129C-4C4C-8DDD-D036ECC8F4FC}" destId="{E26670EE-D34F-4FC7-8B1A-25DD7A630D0C}" srcOrd="1" destOrd="0" presId="urn:microsoft.com/office/officeart/2008/layout/LinedList"/>
    <dgm:cxn modelId="{CBA44D6C-38DF-4CFA-A322-D8EA4C57E54B}" type="presParOf" srcId="{0148F1B6-3F7F-4DB6-90D5-C303E9EAB12D}" destId="{0EAD7302-238C-4812-9225-AE016E554B87}" srcOrd="6" destOrd="0" presId="urn:microsoft.com/office/officeart/2008/layout/LinedList"/>
    <dgm:cxn modelId="{95851D77-DAAA-4112-B9B6-BB4515B4091C}" type="presParOf" srcId="{0148F1B6-3F7F-4DB6-90D5-C303E9EAB12D}" destId="{1C66C8B5-43E5-4627-961C-8368D3CD0F0C}" srcOrd="7" destOrd="0" presId="urn:microsoft.com/office/officeart/2008/layout/LinedList"/>
    <dgm:cxn modelId="{B03BE5B0-A453-4D9C-929F-D47B22A66039}" type="presParOf" srcId="{1C66C8B5-43E5-4627-961C-8368D3CD0F0C}" destId="{68958B22-BCDE-4018-A143-98D280809D21}" srcOrd="0" destOrd="0" presId="urn:microsoft.com/office/officeart/2008/layout/LinedList"/>
    <dgm:cxn modelId="{02768246-7541-42CE-BEA8-413DA59F6D02}" type="presParOf" srcId="{1C66C8B5-43E5-4627-961C-8368D3CD0F0C}" destId="{DC2C2A08-DDDE-4D63-91B8-B33499EBABF2}" srcOrd="1" destOrd="0" presId="urn:microsoft.com/office/officeart/2008/layout/LinedList"/>
    <dgm:cxn modelId="{EC809557-4129-4EBE-A02F-0E312660AAB7}" type="presParOf" srcId="{0148F1B6-3F7F-4DB6-90D5-C303E9EAB12D}" destId="{A65FF386-05F2-4142-A7D7-935646BD2491}" srcOrd="8" destOrd="0" presId="urn:microsoft.com/office/officeart/2008/layout/LinedList"/>
    <dgm:cxn modelId="{0DAE2656-E243-4082-B1C7-3E5A1982CF3F}" type="presParOf" srcId="{0148F1B6-3F7F-4DB6-90D5-C303E9EAB12D}" destId="{2B1F0416-7E2A-486B-AC83-CF456D9A8604}" srcOrd="9" destOrd="0" presId="urn:microsoft.com/office/officeart/2008/layout/LinedList"/>
    <dgm:cxn modelId="{5D4C05A2-15F0-40E7-80E6-D5DB39BAAF5E}" type="presParOf" srcId="{2B1F0416-7E2A-486B-AC83-CF456D9A8604}" destId="{DDCAABCF-25E3-4ADF-A823-897E5BBD32E8}" srcOrd="0" destOrd="0" presId="urn:microsoft.com/office/officeart/2008/layout/LinedList"/>
    <dgm:cxn modelId="{3DB11D7A-9801-4286-A01E-133B7251AEF4}" type="presParOf" srcId="{2B1F0416-7E2A-486B-AC83-CF456D9A8604}" destId="{29CC1F45-F835-466E-A710-AB80609B31C3}" srcOrd="1" destOrd="0" presId="urn:microsoft.com/office/officeart/2008/layout/LinedList"/>
    <dgm:cxn modelId="{7DEEA5A3-2751-40FB-9121-580BE7281EDC}" type="presParOf" srcId="{0148F1B6-3F7F-4DB6-90D5-C303E9EAB12D}" destId="{82BA4C7A-2926-41D6-BA37-7363A88FAD44}" srcOrd="10" destOrd="0" presId="urn:microsoft.com/office/officeart/2008/layout/LinedList"/>
    <dgm:cxn modelId="{28DF2BC2-1D93-4303-AEB5-B32E050754E4}" type="presParOf" srcId="{0148F1B6-3F7F-4DB6-90D5-C303E9EAB12D}" destId="{DC679D5F-4C16-475B-81F7-B80A881D80E3}" srcOrd="11" destOrd="0" presId="urn:microsoft.com/office/officeart/2008/layout/LinedList"/>
    <dgm:cxn modelId="{67F7BD36-9A92-44D8-9B47-40B23B8CC329}" type="presParOf" srcId="{DC679D5F-4C16-475B-81F7-B80A881D80E3}" destId="{3918490A-3B6B-46CA-8A42-1570A4FD76CF}" srcOrd="0" destOrd="0" presId="urn:microsoft.com/office/officeart/2008/layout/LinedList"/>
    <dgm:cxn modelId="{3249C339-48BF-4684-B7D0-881C2DB232CA}" type="presParOf" srcId="{DC679D5F-4C16-475B-81F7-B80A881D80E3}" destId="{3AB8B64F-1D74-4052-81A5-6F8C1B0AE592}" srcOrd="1" destOrd="0" presId="urn:microsoft.com/office/officeart/2008/layout/LinedList"/>
    <dgm:cxn modelId="{CD192135-B5C0-4B01-B84B-B521EFD91E88}" type="presParOf" srcId="{0148F1B6-3F7F-4DB6-90D5-C303E9EAB12D}" destId="{7ECE17EC-5ED2-4795-B73C-944F2A113BBB}" srcOrd="12" destOrd="0" presId="urn:microsoft.com/office/officeart/2008/layout/LinedList"/>
    <dgm:cxn modelId="{49622AD9-2B98-4E7A-9D54-1257E5660533}" type="presParOf" srcId="{0148F1B6-3F7F-4DB6-90D5-C303E9EAB12D}" destId="{F5060C4F-BC12-4FCF-9994-1FA0D1797495}" srcOrd="13" destOrd="0" presId="urn:microsoft.com/office/officeart/2008/layout/LinedList"/>
    <dgm:cxn modelId="{02511D55-B32A-4531-8D7F-8F29EAA255E2}" type="presParOf" srcId="{F5060C4F-BC12-4FCF-9994-1FA0D1797495}" destId="{6F9DD8F8-193C-4FF9-8A4E-12BD1AF77649}" srcOrd="0" destOrd="0" presId="urn:microsoft.com/office/officeart/2008/layout/LinedList"/>
    <dgm:cxn modelId="{F55A79EF-757D-44ED-94DE-4F39B51A0562}" type="presParOf" srcId="{F5060C4F-BC12-4FCF-9994-1FA0D1797495}" destId="{F375BCFB-E79F-465B-B04A-483A1A66DDF9}" srcOrd="1" destOrd="0" presId="urn:microsoft.com/office/officeart/2008/layout/LinedList"/>
    <dgm:cxn modelId="{4C96775D-FEFA-4239-87E6-F6A36BD21C1A}" type="presParOf" srcId="{0148F1B6-3F7F-4DB6-90D5-C303E9EAB12D}" destId="{5A2D6291-AD56-463A-B52E-A0306266BFC3}" srcOrd="14" destOrd="0" presId="urn:microsoft.com/office/officeart/2008/layout/LinedList"/>
    <dgm:cxn modelId="{AE1F8B07-1AE5-4B7D-9D7F-85A6C157218A}" type="presParOf" srcId="{0148F1B6-3F7F-4DB6-90D5-C303E9EAB12D}" destId="{AAD90C9F-F00C-4C3B-9804-DFEA7BF7CB5E}" srcOrd="15" destOrd="0" presId="urn:microsoft.com/office/officeart/2008/layout/LinedList"/>
    <dgm:cxn modelId="{B3217721-638F-4198-A328-034419481A05}" type="presParOf" srcId="{AAD90C9F-F00C-4C3B-9804-DFEA7BF7CB5E}" destId="{111D7525-994E-4C18-B1CF-E3F09DCD513A}" srcOrd="0" destOrd="0" presId="urn:microsoft.com/office/officeart/2008/layout/LinedList"/>
    <dgm:cxn modelId="{02A6569B-4CD6-4764-BA40-CC5283EF682C}" type="presParOf" srcId="{AAD90C9F-F00C-4C3B-9804-DFEA7BF7CB5E}" destId="{436DA47C-E4B1-4F66-AE2B-B3706E44D26E}" srcOrd="1" destOrd="0" presId="urn:microsoft.com/office/officeart/2008/layout/LinedList"/>
    <dgm:cxn modelId="{D26E3A84-BB6C-4DE5-8E2D-7D872F60D82C}" type="presParOf" srcId="{0148F1B6-3F7F-4DB6-90D5-C303E9EAB12D}" destId="{B51DCFF3-AEC2-440F-9F29-183548685F6E}" srcOrd="16" destOrd="0" presId="urn:microsoft.com/office/officeart/2008/layout/LinedList"/>
    <dgm:cxn modelId="{1743A37C-5418-4D98-9CA1-620E715DE780}" type="presParOf" srcId="{0148F1B6-3F7F-4DB6-90D5-C303E9EAB12D}" destId="{386A4B42-6A45-4854-A6DA-4271E658242C}" srcOrd="17" destOrd="0" presId="urn:microsoft.com/office/officeart/2008/layout/LinedList"/>
    <dgm:cxn modelId="{830E4D97-B7B1-4F43-BE31-705C9ACB365B}" type="presParOf" srcId="{386A4B42-6A45-4854-A6DA-4271E658242C}" destId="{8D7CECFF-6AD8-47A7-8854-5AD2FBF027F1}" srcOrd="0" destOrd="0" presId="urn:microsoft.com/office/officeart/2008/layout/LinedList"/>
    <dgm:cxn modelId="{402733BC-B879-4EB7-BC55-01291C63A873}" type="presParOf" srcId="{386A4B42-6A45-4854-A6DA-4271E658242C}" destId="{3BF262F2-6794-4260-9587-B25EDB9D60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C1C6EE9-7986-4D22-AE6E-C883675DA749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C139B62-A8E2-4BB6-A288-41EC818900F7}">
      <dgm:prSet/>
      <dgm:spPr/>
      <dgm:t>
        <a:bodyPr/>
        <a:lstStyle/>
        <a:p>
          <a:r>
            <a:rPr lang="en-US"/>
            <a:t>Navbar</a:t>
          </a:r>
        </a:p>
      </dgm:t>
    </dgm:pt>
    <dgm:pt modelId="{5E7873ED-440E-4E1E-864A-DC09A9B509BC}" type="parTrans" cxnId="{BB56562C-55F7-4AD6-BC15-8D3C05784538}">
      <dgm:prSet/>
      <dgm:spPr/>
      <dgm:t>
        <a:bodyPr/>
        <a:lstStyle/>
        <a:p>
          <a:endParaRPr lang="en-US"/>
        </a:p>
      </dgm:t>
    </dgm:pt>
    <dgm:pt modelId="{1AC0CCAF-B28A-4F2F-B62F-0F99083A9FA8}" type="sibTrans" cxnId="{BB56562C-55F7-4AD6-BC15-8D3C05784538}">
      <dgm:prSet/>
      <dgm:spPr/>
      <dgm:t>
        <a:bodyPr/>
        <a:lstStyle/>
        <a:p>
          <a:endParaRPr lang="en-US"/>
        </a:p>
      </dgm:t>
    </dgm:pt>
    <dgm:pt modelId="{BE4322B1-727F-43DF-A36E-E54573B47F89}">
      <dgm:prSet/>
      <dgm:spPr/>
      <dgm:t>
        <a:bodyPr/>
        <a:lstStyle/>
        <a:p>
          <a:r>
            <a:rPr lang="en-US"/>
            <a:t>Sidebar</a:t>
          </a:r>
        </a:p>
      </dgm:t>
    </dgm:pt>
    <dgm:pt modelId="{86F26E93-E8A4-4CBC-9A4C-64081C64973F}" type="parTrans" cxnId="{D9BD63DC-0CD9-4F48-9FFD-384A9377A544}">
      <dgm:prSet/>
      <dgm:spPr/>
      <dgm:t>
        <a:bodyPr/>
        <a:lstStyle/>
        <a:p>
          <a:endParaRPr lang="en-US"/>
        </a:p>
      </dgm:t>
    </dgm:pt>
    <dgm:pt modelId="{55B09E24-9533-407C-9919-934088FAD615}" type="sibTrans" cxnId="{D9BD63DC-0CD9-4F48-9FFD-384A9377A544}">
      <dgm:prSet/>
      <dgm:spPr/>
      <dgm:t>
        <a:bodyPr/>
        <a:lstStyle/>
        <a:p>
          <a:endParaRPr lang="en-US"/>
        </a:p>
      </dgm:t>
    </dgm:pt>
    <dgm:pt modelId="{67468F04-927D-439C-A104-C5274442DF7D}">
      <dgm:prSet/>
      <dgm:spPr/>
      <dgm:t>
        <a:bodyPr/>
        <a:lstStyle/>
        <a:p>
          <a:r>
            <a:rPr lang="en-US"/>
            <a:t>Footer</a:t>
          </a:r>
        </a:p>
      </dgm:t>
    </dgm:pt>
    <dgm:pt modelId="{C18E7417-C3A6-4333-A5E6-D2EA50672D91}" type="parTrans" cxnId="{7A9ED47A-0AC5-4DD6-A34A-27EFB97F662F}">
      <dgm:prSet/>
      <dgm:spPr/>
      <dgm:t>
        <a:bodyPr/>
        <a:lstStyle/>
        <a:p>
          <a:endParaRPr lang="en-US"/>
        </a:p>
      </dgm:t>
    </dgm:pt>
    <dgm:pt modelId="{07F18707-2B94-4C97-8808-2768D11C2D56}" type="sibTrans" cxnId="{7A9ED47A-0AC5-4DD6-A34A-27EFB97F662F}">
      <dgm:prSet/>
      <dgm:spPr/>
      <dgm:t>
        <a:bodyPr/>
        <a:lstStyle/>
        <a:p>
          <a:endParaRPr lang="en-US"/>
        </a:p>
      </dgm:t>
    </dgm:pt>
    <dgm:pt modelId="{3C6577D9-2E5B-4C50-B7EE-20903F7D1F13}">
      <dgm:prSet/>
      <dgm:spPr/>
      <dgm:t>
        <a:bodyPr/>
        <a:lstStyle/>
        <a:p>
          <a:r>
            <a:rPr lang="en-US"/>
            <a:t>ProductCard</a:t>
          </a:r>
        </a:p>
      </dgm:t>
    </dgm:pt>
    <dgm:pt modelId="{64BC4716-B65B-48ED-9C2E-8456EE3A1401}" type="parTrans" cxnId="{E3FBE2A0-79BF-45AF-A295-8AFA2E7B3724}">
      <dgm:prSet/>
      <dgm:spPr/>
      <dgm:t>
        <a:bodyPr/>
        <a:lstStyle/>
        <a:p>
          <a:endParaRPr lang="en-US"/>
        </a:p>
      </dgm:t>
    </dgm:pt>
    <dgm:pt modelId="{8E436852-A374-41FE-BB48-9B5255369F64}" type="sibTrans" cxnId="{E3FBE2A0-79BF-45AF-A295-8AFA2E7B3724}">
      <dgm:prSet/>
      <dgm:spPr/>
      <dgm:t>
        <a:bodyPr/>
        <a:lstStyle/>
        <a:p>
          <a:endParaRPr lang="en-US"/>
        </a:p>
      </dgm:t>
    </dgm:pt>
    <dgm:pt modelId="{19D01357-DC0D-4EB5-AEE1-69196CEAB061}">
      <dgm:prSet/>
      <dgm:spPr/>
      <dgm:t>
        <a:bodyPr/>
        <a:lstStyle/>
        <a:p>
          <a:r>
            <a:rPr lang="en-US"/>
            <a:t>CartItem</a:t>
          </a:r>
        </a:p>
      </dgm:t>
    </dgm:pt>
    <dgm:pt modelId="{6ABCB644-7471-4E9A-AA36-8891FC76892D}" type="parTrans" cxnId="{C31DB8C0-6384-4CD0-9603-3075B596FA92}">
      <dgm:prSet/>
      <dgm:spPr/>
      <dgm:t>
        <a:bodyPr/>
        <a:lstStyle/>
        <a:p>
          <a:endParaRPr lang="en-US"/>
        </a:p>
      </dgm:t>
    </dgm:pt>
    <dgm:pt modelId="{C6D8ECBB-3D55-491F-B3D4-521D186B470C}" type="sibTrans" cxnId="{C31DB8C0-6384-4CD0-9603-3075B596FA92}">
      <dgm:prSet/>
      <dgm:spPr/>
      <dgm:t>
        <a:bodyPr/>
        <a:lstStyle/>
        <a:p>
          <a:endParaRPr lang="en-US"/>
        </a:p>
      </dgm:t>
    </dgm:pt>
    <dgm:pt modelId="{D96F6253-064D-4881-A13A-38CE80AD6E6A}">
      <dgm:prSet/>
      <dgm:spPr/>
      <dgm:t>
        <a:bodyPr/>
        <a:lstStyle/>
        <a:p>
          <a:r>
            <a:rPr lang="en-US"/>
            <a:t>OrderCard</a:t>
          </a:r>
        </a:p>
      </dgm:t>
    </dgm:pt>
    <dgm:pt modelId="{883DDD39-670E-4D54-BBA7-AAE26184E3E8}" type="parTrans" cxnId="{2CBBF743-3514-462E-B03E-62B1837C71BD}">
      <dgm:prSet/>
      <dgm:spPr/>
      <dgm:t>
        <a:bodyPr/>
        <a:lstStyle/>
        <a:p>
          <a:endParaRPr lang="en-US"/>
        </a:p>
      </dgm:t>
    </dgm:pt>
    <dgm:pt modelId="{5FDBF089-D7A4-4C50-B494-CEAFEFAE595C}" type="sibTrans" cxnId="{2CBBF743-3514-462E-B03E-62B1837C71BD}">
      <dgm:prSet/>
      <dgm:spPr/>
      <dgm:t>
        <a:bodyPr/>
        <a:lstStyle/>
        <a:p>
          <a:endParaRPr lang="en-US"/>
        </a:p>
      </dgm:t>
    </dgm:pt>
    <dgm:pt modelId="{0FCD2494-3C32-4F22-848F-DF84A53264D4}">
      <dgm:prSet/>
      <dgm:spPr/>
      <dgm:t>
        <a:bodyPr/>
        <a:lstStyle/>
        <a:p>
          <a:r>
            <a:rPr lang="en-US"/>
            <a:t>ProtectedRoute</a:t>
          </a:r>
        </a:p>
      </dgm:t>
    </dgm:pt>
    <dgm:pt modelId="{9325F10E-440E-4359-B19B-2A71B5F2CCAC}" type="parTrans" cxnId="{9D88A1CE-C738-4F64-8543-C4B08FCFF237}">
      <dgm:prSet/>
      <dgm:spPr/>
      <dgm:t>
        <a:bodyPr/>
        <a:lstStyle/>
        <a:p>
          <a:endParaRPr lang="en-US"/>
        </a:p>
      </dgm:t>
    </dgm:pt>
    <dgm:pt modelId="{139E4C8E-FBD8-4431-9B49-437C46E5B3E2}" type="sibTrans" cxnId="{9D88A1CE-C738-4F64-8543-C4B08FCFF237}">
      <dgm:prSet/>
      <dgm:spPr/>
      <dgm:t>
        <a:bodyPr/>
        <a:lstStyle/>
        <a:p>
          <a:endParaRPr lang="en-US"/>
        </a:p>
      </dgm:t>
    </dgm:pt>
    <dgm:pt modelId="{1B513BD0-4D71-4F25-A3C8-F1D4181ABCB0}" type="pres">
      <dgm:prSet presAssocID="{3C1C6EE9-7986-4D22-AE6E-C883675DA749}" presName="vert0" presStyleCnt="0">
        <dgm:presLayoutVars>
          <dgm:dir/>
          <dgm:animOne val="branch"/>
          <dgm:animLvl val="lvl"/>
        </dgm:presLayoutVars>
      </dgm:prSet>
      <dgm:spPr/>
    </dgm:pt>
    <dgm:pt modelId="{15FA2E5F-35F5-4FC2-861C-B0FC3419619D}" type="pres">
      <dgm:prSet presAssocID="{AC139B62-A8E2-4BB6-A288-41EC818900F7}" presName="thickLine" presStyleLbl="alignNode1" presStyleIdx="0" presStyleCnt="7"/>
      <dgm:spPr/>
    </dgm:pt>
    <dgm:pt modelId="{86372D7D-D722-4AF5-B6E4-18BB70D92D90}" type="pres">
      <dgm:prSet presAssocID="{AC139B62-A8E2-4BB6-A288-41EC818900F7}" presName="horz1" presStyleCnt="0"/>
      <dgm:spPr/>
    </dgm:pt>
    <dgm:pt modelId="{B15836C4-8C85-45CB-8469-2C14A3D2B912}" type="pres">
      <dgm:prSet presAssocID="{AC139B62-A8E2-4BB6-A288-41EC818900F7}" presName="tx1" presStyleLbl="revTx" presStyleIdx="0" presStyleCnt="7"/>
      <dgm:spPr/>
    </dgm:pt>
    <dgm:pt modelId="{C8CA79B9-CFD7-4CDC-88E5-1DD66F28D98C}" type="pres">
      <dgm:prSet presAssocID="{AC139B62-A8E2-4BB6-A288-41EC818900F7}" presName="vert1" presStyleCnt="0"/>
      <dgm:spPr/>
    </dgm:pt>
    <dgm:pt modelId="{30F69BC2-882A-4557-A56F-3956853D7C3D}" type="pres">
      <dgm:prSet presAssocID="{BE4322B1-727F-43DF-A36E-E54573B47F89}" presName="thickLine" presStyleLbl="alignNode1" presStyleIdx="1" presStyleCnt="7"/>
      <dgm:spPr/>
    </dgm:pt>
    <dgm:pt modelId="{0F623F30-1D43-4316-B90B-EFF337DB2EE4}" type="pres">
      <dgm:prSet presAssocID="{BE4322B1-727F-43DF-A36E-E54573B47F89}" presName="horz1" presStyleCnt="0"/>
      <dgm:spPr/>
    </dgm:pt>
    <dgm:pt modelId="{49B90E32-7671-4216-BF3F-766A2F7D22A3}" type="pres">
      <dgm:prSet presAssocID="{BE4322B1-727F-43DF-A36E-E54573B47F89}" presName="tx1" presStyleLbl="revTx" presStyleIdx="1" presStyleCnt="7"/>
      <dgm:spPr/>
    </dgm:pt>
    <dgm:pt modelId="{5B2B195E-74E3-43AF-A39B-F0D3CFC116A0}" type="pres">
      <dgm:prSet presAssocID="{BE4322B1-727F-43DF-A36E-E54573B47F89}" presName="vert1" presStyleCnt="0"/>
      <dgm:spPr/>
    </dgm:pt>
    <dgm:pt modelId="{AB70D1E7-4FF6-489B-AC56-510ED33FCD16}" type="pres">
      <dgm:prSet presAssocID="{67468F04-927D-439C-A104-C5274442DF7D}" presName="thickLine" presStyleLbl="alignNode1" presStyleIdx="2" presStyleCnt="7"/>
      <dgm:spPr/>
    </dgm:pt>
    <dgm:pt modelId="{BBD3D4DC-14E3-48B5-AB92-CA9F588096C1}" type="pres">
      <dgm:prSet presAssocID="{67468F04-927D-439C-A104-C5274442DF7D}" presName="horz1" presStyleCnt="0"/>
      <dgm:spPr/>
    </dgm:pt>
    <dgm:pt modelId="{69207565-B435-4374-B100-9F7747D8B6C4}" type="pres">
      <dgm:prSet presAssocID="{67468F04-927D-439C-A104-C5274442DF7D}" presName="tx1" presStyleLbl="revTx" presStyleIdx="2" presStyleCnt="7"/>
      <dgm:spPr/>
    </dgm:pt>
    <dgm:pt modelId="{05E1EC27-E9EE-4608-9FD8-21BDEE5EC46D}" type="pres">
      <dgm:prSet presAssocID="{67468F04-927D-439C-A104-C5274442DF7D}" presName="vert1" presStyleCnt="0"/>
      <dgm:spPr/>
    </dgm:pt>
    <dgm:pt modelId="{8A01F95F-CB89-4310-9A11-0D946C8472EE}" type="pres">
      <dgm:prSet presAssocID="{3C6577D9-2E5B-4C50-B7EE-20903F7D1F13}" presName="thickLine" presStyleLbl="alignNode1" presStyleIdx="3" presStyleCnt="7"/>
      <dgm:spPr/>
    </dgm:pt>
    <dgm:pt modelId="{1CC684A1-0C2B-439D-AF25-52A971B06489}" type="pres">
      <dgm:prSet presAssocID="{3C6577D9-2E5B-4C50-B7EE-20903F7D1F13}" presName="horz1" presStyleCnt="0"/>
      <dgm:spPr/>
    </dgm:pt>
    <dgm:pt modelId="{BC0062BD-78D2-4E58-A832-5B0784689535}" type="pres">
      <dgm:prSet presAssocID="{3C6577D9-2E5B-4C50-B7EE-20903F7D1F13}" presName="tx1" presStyleLbl="revTx" presStyleIdx="3" presStyleCnt="7"/>
      <dgm:spPr/>
    </dgm:pt>
    <dgm:pt modelId="{798DF66C-7C50-43A3-810F-CAC1BD05D7A1}" type="pres">
      <dgm:prSet presAssocID="{3C6577D9-2E5B-4C50-B7EE-20903F7D1F13}" presName="vert1" presStyleCnt="0"/>
      <dgm:spPr/>
    </dgm:pt>
    <dgm:pt modelId="{BA2BD52B-B3BE-4CEA-AE8A-EE7C6E7B72CC}" type="pres">
      <dgm:prSet presAssocID="{19D01357-DC0D-4EB5-AEE1-69196CEAB061}" presName="thickLine" presStyleLbl="alignNode1" presStyleIdx="4" presStyleCnt="7"/>
      <dgm:spPr/>
    </dgm:pt>
    <dgm:pt modelId="{B26CE7C4-3ECC-459F-9AF6-0B4EFDE4A543}" type="pres">
      <dgm:prSet presAssocID="{19D01357-DC0D-4EB5-AEE1-69196CEAB061}" presName="horz1" presStyleCnt="0"/>
      <dgm:spPr/>
    </dgm:pt>
    <dgm:pt modelId="{3D7548D2-B68F-4A93-B0B6-E8CC47862497}" type="pres">
      <dgm:prSet presAssocID="{19D01357-DC0D-4EB5-AEE1-69196CEAB061}" presName="tx1" presStyleLbl="revTx" presStyleIdx="4" presStyleCnt="7"/>
      <dgm:spPr/>
    </dgm:pt>
    <dgm:pt modelId="{7F98154C-7DF9-4EE1-8FA3-8391E4720EFB}" type="pres">
      <dgm:prSet presAssocID="{19D01357-DC0D-4EB5-AEE1-69196CEAB061}" presName="vert1" presStyleCnt="0"/>
      <dgm:spPr/>
    </dgm:pt>
    <dgm:pt modelId="{23373E5B-9754-4B43-8E78-4D5E55901E94}" type="pres">
      <dgm:prSet presAssocID="{D96F6253-064D-4881-A13A-38CE80AD6E6A}" presName="thickLine" presStyleLbl="alignNode1" presStyleIdx="5" presStyleCnt="7"/>
      <dgm:spPr/>
    </dgm:pt>
    <dgm:pt modelId="{EB678C27-3F51-4BE6-9708-FEDF2420DBDA}" type="pres">
      <dgm:prSet presAssocID="{D96F6253-064D-4881-A13A-38CE80AD6E6A}" presName="horz1" presStyleCnt="0"/>
      <dgm:spPr/>
    </dgm:pt>
    <dgm:pt modelId="{30B38AC5-D5FA-4575-8EBD-CF6D5D0F5BED}" type="pres">
      <dgm:prSet presAssocID="{D96F6253-064D-4881-A13A-38CE80AD6E6A}" presName="tx1" presStyleLbl="revTx" presStyleIdx="5" presStyleCnt="7"/>
      <dgm:spPr/>
    </dgm:pt>
    <dgm:pt modelId="{45655D47-FFF4-4383-BCBC-317C45736821}" type="pres">
      <dgm:prSet presAssocID="{D96F6253-064D-4881-A13A-38CE80AD6E6A}" presName="vert1" presStyleCnt="0"/>
      <dgm:spPr/>
    </dgm:pt>
    <dgm:pt modelId="{4506A520-53E8-4B19-AB83-B5616A1311B2}" type="pres">
      <dgm:prSet presAssocID="{0FCD2494-3C32-4F22-848F-DF84A53264D4}" presName="thickLine" presStyleLbl="alignNode1" presStyleIdx="6" presStyleCnt="7"/>
      <dgm:spPr/>
    </dgm:pt>
    <dgm:pt modelId="{E765CCDF-EED1-4875-863B-119FCCF363B7}" type="pres">
      <dgm:prSet presAssocID="{0FCD2494-3C32-4F22-848F-DF84A53264D4}" presName="horz1" presStyleCnt="0"/>
      <dgm:spPr/>
    </dgm:pt>
    <dgm:pt modelId="{BA1976F8-2D3A-4F9C-B3BC-E3A418F887B0}" type="pres">
      <dgm:prSet presAssocID="{0FCD2494-3C32-4F22-848F-DF84A53264D4}" presName="tx1" presStyleLbl="revTx" presStyleIdx="6" presStyleCnt="7"/>
      <dgm:spPr/>
    </dgm:pt>
    <dgm:pt modelId="{EFAC82E6-0DE0-4C6E-9021-A79CBD76D793}" type="pres">
      <dgm:prSet presAssocID="{0FCD2494-3C32-4F22-848F-DF84A53264D4}" presName="vert1" presStyleCnt="0"/>
      <dgm:spPr/>
    </dgm:pt>
  </dgm:ptLst>
  <dgm:cxnLst>
    <dgm:cxn modelId="{BB56562C-55F7-4AD6-BC15-8D3C05784538}" srcId="{3C1C6EE9-7986-4D22-AE6E-C883675DA749}" destId="{AC139B62-A8E2-4BB6-A288-41EC818900F7}" srcOrd="0" destOrd="0" parTransId="{5E7873ED-440E-4E1E-864A-DC09A9B509BC}" sibTransId="{1AC0CCAF-B28A-4F2F-B62F-0F99083A9FA8}"/>
    <dgm:cxn modelId="{64D3003A-B826-49BC-B82E-1569C5AE215E}" type="presOf" srcId="{3C6577D9-2E5B-4C50-B7EE-20903F7D1F13}" destId="{BC0062BD-78D2-4E58-A832-5B0784689535}" srcOrd="0" destOrd="0" presId="urn:microsoft.com/office/officeart/2008/layout/LinedList"/>
    <dgm:cxn modelId="{D5B5B23D-91B6-45DC-887E-0F0BB2F67494}" type="presOf" srcId="{19D01357-DC0D-4EB5-AEE1-69196CEAB061}" destId="{3D7548D2-B68F-4A93-B0B6-E8CC47862497}" srcOrd="0" destOrd="0" presId="urn:microsoft.com/office/officeart/2008/layout/LinedList"/>
    <dgm:cxn modelId="{2CBBF743-3514-462E-B03E-62B1837C71BD}" srcId="{3C1C6EE9-7986-4D22-AE6E-C883675DA749}" destId="{D96F6253-064D-4881-A13A-38CE80AD6E6A}" srcOrd="5" destOrd="0" parTransId="{883DDD39-670E-4D54-BBA7-AAE26184E3E8}" sibTransId="{5FDBF089-D7A4-4C50-B494-CEAFEFAE595C}"/>
    <dgm:cxn modelId="{CE16EA67-C556-4F93-8E27-EC1A57A46037}" type="presOf" srcId="{0FCD2494-3C32-4F22-848F-DF84A53264D4}" destId="{BA1976F8-2D3A-4F9C-B3BC-E3A418F887B0}" srcOrd="0" destOrd="0" presId="urn:microsoft.com/office/officeart/2008/layout/LinedList"/>
    <dgm:cxn modelId="{9AD35B6A-0E38-4E6D-9328-1EFAE0AEDE45}" type="presOf" srcId="{67468F04-927D-439C-A104-C5274442DF7D}" destId="{69207565-B435-4374-B100-9F7747D8B6C4}" srcOrd="0" destOrd="0" presId="urn:microsoft.com/office/officeart/2008/layout/LinedList"/>
    <dgm:cxn modelId="{7A9ED47A-0AC5-4DD6-A34A-27EFB97F662F}" srcId="{3C1C6EE9-7986-4D22-AE6E-C883675DA749}" destId="{67468F04-927D-439C-A104-C5274442DF7D}" srcOrd="2" destOrd="0" parTransId="{C18E7417-C3A6-4333-A5E6-D2EA50672D91}" sibTransId="{07F18707-2B94-4C97-8808-2768D11C2D56}"/>
    <dgm:cxn modelId="{0050E67B-80E6-4CAE-A178-77293A9306A5}" type="presOf" srcId="{3C1C6EE9-7986-4D22-AE6E-C883675DA749}" destId="{1B513BD0-4D71-4F25-A3C8-F1D4181ABCB0}" srcOrd="0" destOrd="0" presId="urn:microsoft.com/office/officeart/2008/layout/LinedList"/>
    <dgm:cxn modelId="{6B3BA99E-C55D-49E1-9C9D-3510503B2DD5}" type="presOf" srcId="{D96F6253-064D-4881-A13A-38CE80AD6E6A}" destId="{30B38AC5-D5FA-4575-8EBD-CF6D5D0F5BED}" srcOrd="0" destOrd="0" presId="urn:microsoft.com/office/officeart/2008/layout/LinedList"/>
    <dgm:cxn modelId="{E3FBE2A0-79BF-45AF-A295-8AFA2E7B3724}" srcId="{3C1C6EE9-7986-4D22-AE6E-C883675DA749}" destId="{3C6577D9-2E5B-4C50-B7EE-20903F7D1F13}" srcOrd="3" destOrd="0" parTransId="{64BC4716-B65B-48ED-9C2E-8456EE3A1401}" sibTransId="{8E436852-A374-41FE-BB48-9B5255369F64}"/>
    <dgm:cxn modelId="{C31DB8C0-6384-4CD0-9603-3075B596FA92}" srcId="{3C1C6EE9-7986-4D22-AE6E-C883675DA749}" destId="{19D01357-DC0D-4EB5-AEE1-69196CEAB061}" srcOrd="4" destOrd="0" parTransId="{6ABCB644-7471-4E9A-AA36-8891FC76892D}" sibTransId="{C6D8ECBB-3D55-491F-B3D4-521D186B470C}"/>
    <dgm:cxn modelId="{2D1A7BC3-CFA0-46C2-A7C5-D86DB518774E}" type="presOf" srcId="{AC139B62-A8E2-4BB6-A288-41EC818900F7}" destId="{B15836C4-8C85-45CB-8469-2C14A3D2B912}" srcOrd="0" destOrd="0" presId="urn:microsoft.com/office/officeart/2008/layout/LinedList"/>
    <dgm:cxn modelId="{9D88A1CE-C738-4F64-8543-C4B08FCFF237}" srcId="{3C1C6EE9-7986-4D22-AE6E-C883675DA749}" destId="{0FCD2494-3C32-4F22-848F-DF84A53264D4}" srcOrd="6" destOrd="0" parTransId="{9325F10E-440E-4359-B19B-2A71B5F2CCAC}" sibTransId="{139E4C8E-FBD8-4431-9B49-437C46E5B3E2}"/>
    <dgm:cxn modelId="{48A105D6-A3E3-484F-B25A-3EC477345E6A}" type="presOf" srcId="{BE4322B1-727F-43DF-A36E-E54573B47F89}" destId="{49B90E32-7671-4216-BF3F-766A2F7D22A3}" srcOrd="0" destOrd="0" presId="urn:microsoft.com/office/officeart/2008/layout/LinedList"/>
    <dgm:cxn modelId="{D9BD63DC-0CD9-4F48-9FFD-384A9377A544}" srcId="{3C1C6EE9-7986-4D22-AE6E-C883675DA749}" destId="{BE4322B1-727F-43DF-A36E-E54573B47F89}" srcOrd="1" destOrd="0" parTransId="{86F26E93-E8A4-4CBC-9A4C-64081C64973F}" sibTransId="{55B09E24-9533-407C-9919-934088FAD615}"/>
    <dgm:cxn modelId="{D6F56443-EA5B-4E51-AFC4-A241E9F1916A}" type="presParOf" srcId="{1B513BD0-4D71-4F25-A3C8-F1D4181ABCB0}" destId="{15FA2E5F-35F5-4FC2-861C-B0FC3419619D}" srcOrd="0" destOrd="0" presId="urn:microsoft.com/office/officeart/2008/layout/LinedList"/>
    <dgm:cxn modelId="{D3009505-8DEB-44B9-B879-9EF58551E8BB}" type="presParOf" srcId="{1B513BD0-4D71-4F25-A3C8-F1D4181ABCB0}" destId="{86372D7D-D722-4AF5-B6E4-18BB70D92D90}" srcOrd="1" destOrd="0" presId="urn:microsoft.com/office/officeart/2008/layout/LinedList"/>
    <dgm:cxn modelId="{B6DF8383-BABD-48BB-94E8-DB8A461CD099}" type="presParOf" srcId="{86372D7D-D722-4AF5-B6E4-18BB70D92D90}" destId="{B15836C4-8C85-45CB-8469-2C14A3D2B912}" srcOrd="0" destOrd="0" presId="urn:microsoft.com/office/officeart/2008/layout/LinedList"/>
    <dgm:cxn modelId="{EC8733A1-08F0-4494-B6CF-6E2181C782E9}" type="presParOf" srcId="{86372D7D-D722-4AF5-B6E4-18BB70D92D90}" destId="{C8CA79B9-CFD7-4CDC-88E5-1DD66F28D98C}" srcOrd="1" destOrd="0" presId="urn:microsoft.com/office/officeart/2008/layout/LinedList"/>
    <dgm:cxn modelId="{188EF859-B55F-4536-8965-2B2BD1D824A5}" type="presParOf" srcId="{1B513BD0-4D71-4F25-A3C8-F1D4181ABCB0}" destId="{30F69BC2-882A-4557-A56F-3956853D7C3D}" srcOrd="2" destOrd="0" presId="urn:microsoft.com/office/officeart/2008/layout/LinedList"/>
    <dgm:cxn modelId="{FF6D6580-4136-4C3F-B584-F87CF690B3D8}" type="presParOf" srcId="{1B513BD0-4D71-4F25-A3C8-F1D4181ABCB0}" destId="{0F623F30-1D43-4316-B90B-EFF337DB2EE4}" srcOrd="3" destOrd="0" presId="urn:microsoft.com/office/officeart/2008/layout/LinedList"/>
    <dgm:cxn modelId="{4191255C-5B67-4B07-B893-A695CB7DDECE}" type="presParOf" srcId="{0F623F30-1D43-4316-B90B-EFF337DB2EE4}" destId="{49B90E32-7671-4216-BF3F-766A2F7D22A3}" srcOrd="0" destOrd="0" presId="urn:microsoft.com/office/officeart/2008/layout/LinedList"/>
    <dgm:cxn modelId="{C7477ACD-13CB-4AEF-8B3B-B2A304E3CDC7}" type="presParOf" srcId="{0F623F30-1D43-4316-B90B-EFF337DB2EE4}" destId="{5B2B195E-74E3-43AF-A39B-F0D3CFC116A0}" srcOrd="1" destOrd="0" presId="urn:microsoft.com/office/officeart/2008/layout/LinedList"/>
    <dgm:cxn modelId="{643E93E2-4D8C-49BE-A2C1-958651E449C2}" type="presParOf" srcId="{1B513BD0-4D71-4F25-A3C8-F1D4181ABCB0}" destId="{AB70D1E7-4FF6-489B-AC56-510ED33FCD16}" srcOrd="4" destOrd="0" presId="urn:microsoft.com/office/officeart/2008/layout/LinedList"/>
    <dgm:cxn modelId="{72C32584-5928-497E-8B9C-1D70ED9A14CE}" type="presParOf" srcId="{1B513BD0-4D71-4F25-A3C8-F1D4181ABCB0}" destId="{BBD3D4DC-14E3-48B5-AB92-CA9F588096C1}" srcOrd="5" destOrd="0" presId="urn:microsoft.com/office/officeart/2008/layout/LinedList"/>
    <dgm:cxn modelId="{42F289D1-D518-481A-8E5B-D29F0AAA645D}" type="presParOf" srcId="{BBD3D4DC-14E3-48B5-AB92-CA9F588096C1}" destId="{69207565-B435-4374-B100-9F7747D8B6C4}" srcOrd="0" destOrd="0" presId="urn:microsoft.com/office/officeart/2008/layout/LinedList"/>
    <dgm:cxn modelId="{2BF05F0F-54FA-49B0-9DFC-D3225BE64351}" type="presParOf" srcId="{BBD3D4DC-14E3-48B5-AB92-CA9F588096C1}" destId="{05E1EC27-E9EE-4608-9FD8-21BDEE5EC46D}" srcOrd="1" destOrd="0" presId="urn:microsoft.com/office/officeart/2008/layout/LinedList"/>
    <dgm:cxn modelId="{334583BB-BE3B-43CB-AF42-8C0B542C2930}" type="presParOf" srcId="{1B513BD0-4D71-4F25-A3C8-F1D4181ABCB0}" destId="{8A01F95F-CB89-4310-9A11-0D946C8472EE}" srcOrd="6" destOrd="0" presId="urn:microsoft.com/office/officeart/2008/layout/LinedList"/>
    <dgm:cxn modelId="{3B50CF41-CE62-4404-84B9-C9FE3AB94E06}" type="presParOf" srcId="{1B513BD0-4D71-4F25-A3C8-F1D4181ABCB0}" destId="{1CC684A1-0C2B-439D-AF25-52A971B06489}" srcOrd="7" destOrd="0" presId="urn:microsoft.com/office/officeart/2008/layout/LinedList"/>
    <dgm:cxn modelId="{2B8A0473-53D5-41B8-813B-C08B1666CA56}" type="presParOf" srcId="{1CC684A1-0C2B-439D-AF25-52A971B06489}" destId="{BC0062BD-78D2-4E58-A832-5B0784689535}" srcOrd="0" destOrd="0" presId="urn:microsoft.com/office/officeart/2008/layout/LinedList"/>
    <dgm:cxn modelId="{B1A5453C-3972-4E79-887F-516964F64F65}" type="presParOf" srcId="{1CC684A1-0C2B-439D-AF25-52A971B06489}" destId="{798DF66C-7C50-43A3-810F-CAC1BD05D7A1}" srcOrd="1" destOrd="0" presId="urn:microsoft.com/office/officeart/2008/layout/LinedList"/>
    <dgm:cxn modelId="{B44F34AC-3E6D-4F03-A8D7-2D532652EA87}" type="presParOf" srcId="{1B513BD0-4D71-4F25-A3C8-F1D4181ABCB0}" destId="{BA2BD52B-B3BE-4CEA-AE8A-EE7C6E7B72CC}" srcOrd="8" destOrd="0" presId="urn:microsoft.com/office/officeart/2008/layout/LinedList"/>
    <dgm:cxn modelId="{91A36FEB-496B-4427-8E20-478C4A633675}" type="presParOf" srcId="{1B513BD0-4D71-4F25-A3C8-F1D4181ABCB0}" destId="{B26CE7C4-3ECC-459F-9AF6-0B4EFDE4A543}" srcOrd="9" destOrd="0" presId="urn:microsoft.com/office/officeart/2008/layout/LinedList"/>
    <dgm:cxn modelId="{4DE9EE88-E000-4F20-BEF6-0479904D55EB}" type="presParOf" srcId="{B26CE7C4-3ECC-459F-9AF6-0B4EFDE4A543}" destId="{3D7548D2-B68F-4A93-B0B6-E8CC47862497}" srcOrd="0" destOrd="0" presId="urn:microsoft.com/office/officeart/2008/layout/LinedList"/>
    <dgm:cxn modelId="{1E5FB2B5-2F74-47E1-A6C9-C1F20BEB472C}" type="presParOf" srcId="{B26CE7C4-3ECC-459F-9AF6-0B4EFDE4A543}" destId="{7F98154C-7DF9-4EE1-8FA3-8391E4720EFB}" srcOrd="1" destOrd="0" presId="urn:microsoft.com/office/officeart/2008/layout/LinedList"/>
    <dgm:cxn modelId="{BAD3978D-B44F-445A-891A-40987839FD50}" type="presParOf" srcId="{1B513BD0-4D71-4F25-A3C8-F1D4181ABCB0}" destId="{23373E5B-9754-4B43-8E78-4D5E55901E94}" srcOrd="10" destOrd="0" presId="urn:microsoft.com/office/officeart/2008/layout/LinedList"/>
    <dgm:cxn modelId="{DC836203-8C39-40DD-BA25-509EAA42DA03}" type="presParOf" srcId="{1B513BD0-4D71-4F25-A3C8-F1D4181ABCB0}" destId="{EB678C27-3F51-4BE6-9708-FEDF2420DBDA}" srcOrd="11" destOrd="0" presId="urn:microsoft.com/office/officeart/2008/layout/LinedList"/>
    <dgm:cxn modelId="{575DC449-230F-4D4F-8296-2E6A2D1A94E6}" type="presParOf" srcId="{EB678C27-3F51-4BE6-9708-FEDF2420DBDA}" destId="{30B38AC5-D5FA-4575-8EBD-CF6D5D0F5BED}" srcOrd="0" destOrd="0" presId="urn:microsoft.com/office/officeart/2008/layout/LinedList"/>
    <dgm:cxn modelId="{94473D0D-D0FA-4C4F-9D21-EA45DC57A720}" type="presParOf" srcId="{EB678C27-3F51-4BE6-9708-FEDF2420DBDA}" destId="{45655D47-FFF4-4383-BCBC-317C45736821}" srcOrd="1" destOrd="0" presId="urn:microsoft.com/office/officeart/2008/layout/LinedList"/>
    <dgm:cxn modelId="{F74A6163-D846-4189-B5EE-1E55A1A6D4DB}" type="presParOf" srcId="{1B513BD0-4D71-4F25-A3C8-F1D4181ABCB0}" destId="{4506A520-53E8-4B19-AB83-B5616A1311B2}" srcOrd="12" destOrd="0" presId="urn:microsoft.com/office/officeart/2008/layout/LinedList"/>
    <dgm:cxn modelId="{49A7E02B-C22E-4172-86E2-B576543822CF}" type="presParOf" srcId="{1B513BD0-4D71-4F25-A3C8-F1D4181ABCB0}" destId="{E765CCDF-EED1-4875-863B-119FCCF363B7}" srcOrd="13" destOrd="0" presId="urn:microsoft.com/office/officeart/2008/layout/LinedList"/>
    <dgm:cxn modelId="{DC9D3EAE-470E-4744-A588-6D2CE6609F8B}" type="presParOf" srcId="{E765CCDF-EED1-4875-863B-119FCCF363B7}" destId="{BA1976F8-2D3A-4F9C-B3BC-E3A418F887B0}" srcOrd="0" destOrd="0" presId="urn:microsoft.com/office/officeart/2008/layout/LinedList"/>
    <dgm:cxn modelId="{3A55F409-2A86-49BF-8A65-6E2823C01DE9}" type="presParOf" srcId="{E765CCDF-EED1-4875-863B-119FCCF363B7}" destId="{EFAC82E6-0DE0-4C6E-9021-A79CBD76D79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3E190-9A0F-4AC4-8B37-A7135AA92F04}">
      <dsp:nvSpPr>
        <dsp:cNvPr id="0" name=""/>
        <dsp:cNvSpPr/>
      </dsp:nvSpPr>
      <dsp:spPr>
        <a:xfrm>
          <a:off x="901799" y="462981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C1E6AF-7357-4DD9-98B1-DAF8F7517F60}">
      <dsp:nvSpPr>
        <dsp:cNvPr id="0" name=""/>
        <dsp:cNvSpPr/>
      </dsp:nvSpPr>
      <dsp:spPr>
        <a:xfrm>
          <a:off x="1369799" y="93098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A865B-79D1-4E88-B644-115414EC72E1}">
      <dsp:nvSpPr>
        <dsp:cNvPr id="0" name=""/>
        <dsp:cNvSpPr/>
      </dsp:nvSpPr>
      <dsp:spPr>
        <a:xfrm>
          <a:off x="199799" y="334298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Backend: Spring Boot, JPA, MySQL , API</a:t>
          </a:r>
        </a:p>
      </dsp:txBody>
      <dsp:txXfrm>
        <a:off x="199799" y="3342981"/>
        <a:ext cx="3600000" cy="720000"/>
      </dsp:txXfrm>
    </dsp:sp>
    <dsp:sp modelId="{0A7E6CBE-D1EE-478E-93F1-A7FAA4449DE3}">
      <dsp:nvSpPr>
        <dsp:cNvPr id="0" name=""/>
        <dsp:cNvSpPr/>
      </dsp:nvSpPr>
      <dsp:spPr>
        <a:xfrm>
          <a:off x="5131800" y="462981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2ACD54-F867-42F8-9552-F86DE3CC466B}">
      <dsp:nvSpPr>
        <dsp:cNvPr id="0" name=""/>
        <dsp:cNvSpPr/>
      </dsp:nvSpPr>
      <dsp:spPr>
        <a:xfrm>
          <a:off x="5599800" y="93098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B1013-41AF-47F7-B048-0F8CC36A8394}">
      <dsp:nvSpPr>
        <dsp:cNvPr id="0" name=""/>
        <dsp:cNvSpPr/>
      </dsp:nvSpPr>
      <dsp:spPr>
        <a:xfrm>
          <a:off x="4429800" y="334298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Frontend: React JS, React Router, Axios, </a:t>
          </a:r>
          <a:r>
            <a:rPr lang="en-US" sz="1900" kern="1200" dirty="0" err="1"/>
            <a:t>Bootstrap,</a:t>
          </a:r>
          <a:r>
            <a:rPr lang="en-US" sz="1900" kern="1200" err="1"/>
            <a:t>CSS</a:t>
          </a:r>
          <a:r>
            <a:rPr lang="en-US" sz="1900" kern="1200"/>
            <a:t>,JS</a:t>
          </a:r>
          <a:endParaRPr lang="en-US" sz="1900" kern="1200" dirty="0"/>
        </a:p>
      </dsp:txBody>
      <dsp:txXfrm>
        <a:off x="4429800" y="3342981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8FB2E-F607-49C6-B441-A2332FC568DD}">
      <dsp:nvSpPr>
        <dsp:cNvPr id="0" name=""/>
        <dsp:cNvSpPr/>
      </dsp:nvSpPr>
      <dsp:spPr>
        <a:xfrm>
          <a:off x="462111" y="497"/>
          <a:ext cx="2175774" cy="13054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com.nidheera</a:t>
          </a:r>
        </a:p>
      </dsp:txBody>
      <dsp:txXfrm>
        <a:off x="462111" y="497"/>
        <a:ext cx="2175774" cy="1305464"/>
      </dsp:txXfrm>
    </dsp:sp>
    <dsp:sp modelId="{81CF0CDC-D4D1-4F99-A49C-FA8E3D7E8171}">
      <dsp:nvSpPr>
        <dsp:cNvPr id="0" name=""/>
        <dsp:cNvSpPr/>
      </dsp:nvSpPr>
      <dsp:spPr>
        <a:xfrm>
          <a:off x="2855462" y="497"/>
          <a:ext cx="2175774" cy="1305464"/>
        </a:xfrm>
        <a:prstGeom prst="rect">
          <a:avLst/>
        </a:prstGeom>
        <a:solidFill>
          <a:schemeClr val="accent5">
            <a:hueOff val="-1241735"/>
            <a:satOff val="4976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controller</a:t>
          </a:r>
        </a:p>
      </dsp:txBody>
      <dsp:txXfrm>
        <a:off x="2855462" y="497"/>
        <a:ext cx="2175774" cy="1305464"/>
      </dsp:txXfrm>
    </dsp:sp>
    <dsp:sp modelId="{F4DAD881-B5E2-4388-8F6B-C58A7D752B6B}">
      <dsp:nvSpPr>
        <dsp:cNvPr id="0" name=""/>
        <dsp:cNvSpPr/>
      </dsp:nvSpPr>
      <dsp:spPr>
        <a:xfrm>
          <a:off x="5248814" y="497"/>
          <a:ext cx="2175774" cy="1305464"/>
        </a:xfrm>
        <a:prstGeom prst="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service</a:t>
          </a:r>
        </a:p>
      </dsp:txBody>
      <dsp:txXfrm>
        <a:off x="5248814" y="497"/>
        <a:ext cx="2175774" cy="1305464"/>
      </dsp:txXfrm>
    </dsp:sp>
    <dsp:sp modelId="{E6DD16BE-9D88-435D-A1BF-24493CD8817D}">
      <dsp:nvSpPr>
        <dsp:cNvPr id="0" name=""/>
        <dsp:cNvSpPr/>
      </dsp:nvSpPr>
      <dsp:spPr>
        <a:xfrm>
          <a:off x="462111" y="1523539"/>
          <a:ext cx="2175774" cy="1305464"/>
        </a:xfrm>
        <a:prstGeom prst="rect">
          <a:avLst/>
        </a:prstGeom>
        <a:solidFill>
          <a:schemeClr val="accent5">
            <a:hueOff val="-3725204"/>
            <a:satOff val="14929"/>
            <a:lumOff val="32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service.impl</a:t>
          </a:r>
          <a:endParaRPr lang="en-US" sz="2700" kern="1200" dirty="0"/>
        </a:p>
      </dsp:txBody>
      <dsp:txXfrm>
        <a:off x="462111" y="1523539"/>
        <a:ext cx="2175774" cy="1305464"/>
      </dsp:txXfrm>
    </dsp:sp>
    <dsp:sp modelId="{1D283D39-DD81-475B-BE0A-3ECEE21C4B25}">
      <dsp:nvSpPr>
        <dsp:cNvPr id="0" name=""/>
        <dsp:cNvSpPr/>
      </dsp:nvSpPr>
      <dsp:spPr>
        <a:xfrm>
          <a:off x="2855462" y="1523539"/>
          <a:ext cx="2175774" cy="1305464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repository</a:t>
          </a:r>
        </a:p>
      </dsp:txBody>
      <dsp:txXfrm>
        <a:off x="2855462" y="1523539"/>
        <a:ext cx="2175774" cy="1305464"/>
      </dsp:txXfrm>
    </dsp:sp>
    <dsp:sp modelId="{BB288685-C95B-4A19-85DA-F8CA4633B97D}">
      <dsp:nvSpPr>
        <dsp:cNvPr id="0" name=""/>
        <dsp:cNvSpPr/>
      </dsp:nvSpPr>
      <dsp:spPr>
        <a:xfrm>
          <a:off x="5248814" y="1523539"/>
          <a:ext cx="2175774" cy="1305464"/>
        </a:xfrm>
        <a:prstGeom prst="rect">
          <a:avLst/>
        </a:prstGeom>
        <a:solidFill>
          <a:schemeClr val="accent5">
            <a:hueOff val="-6208672"/>
            <a:satOff val="24882"/>
            <a:lumOff val="5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entity</a:t>
          </a:r>
        </a:p>
      </dsp:txBody>
      <dsp:txXfrm>
        <a:off x="5248814" y="1523539"/>
        <a:ext cx="2175774" cy="1305464"/>
      </dsp:txXfrm>
    </dsp:sp>
    <dsp:sp modelId="{CD7507E8-1293-4971-8916-2D2B899B2046}">
      <dsp:nvSpPr>
        <dsp:cNvPr id="0" name=""/>
        <dsp:cNvSpPr/>
      </dsp:nvSpPr>
      <dsp:spPr>
        <a:xfrm>
          <a:off x="462111" y="3046581"/>
          <a:ext cx="2175774" cy="1305464"/>
        </a:xfrm>
        <a:prstGeom prst="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config</a:t>
          </a:r>
        </a:p>
      </dsp:txBody>
      <dsp:txXfrm>
        <a:off x="462111" y="3046581"/>
        <a:ext cx="2175774" cy="1305464"/>
      </dsp:txXfrm>
    </dsp:sp>
    <dsp:sp modelId="{FD7B88DA-5DD2-4F22-8BD1-53C73F6D2BBA}">
      <dsp:nvSpPr>
        <dsp:cNvPr id="0" name=""/>
        <dsp:cNvSpPr/>
      </dsp:nvSpPr>
      <dsp:spPr>
        <a:xfrm>
          <a:off x="2855462" y="3046581"/>
          <a:ext cx="2175774" cy="1305464"/>
        </a:xfrm>
        <a:prstGeom prst="rect">
          <a:avLst/>
        </a:prstGeom>
        <a:solidFill>
          <a:schemeClr val="accent5">
            <a:hueOff val="-8692142"/>
            <a:satOff val="34835"/>
            <a:lumOff val="7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security</a:t>
          </a:r>
        </a:p>
      </dsp:txBody>
      <dsp:txXfrm>
        <a:off x="2855462" y="3046581"/>
        <a:ext cx="2175774" cy="1305464"/>
      </dsp:txXfrm>
    </dsp:sp>
    <dsp:sp modelId="{A7F93C2E-49D2-4990-8AA1-5D8EDFDD2316}">
      <dsp:nvSpPr>
        <dsp:cNvPr id="0" name=""/>
        <dsp:cNvSpPr/>
      </dsp:nvSpPr>
      <dsp:spPr>
        <a:xfrm>
          <a:off x="5248814" y="3046581"/>
          <a:ext cx="2175774" cy="1305464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exception</a:t>
          </a:r>
        </a:p>
      </dsp:txBody>
      <dsp:txXfrm>
        <a:off x="5248814" y="3046581"/>
        <a:ext cx="2175774" cy="13054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86D0BD-4442-446C-94A5-8A4554F9406A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86555B-9D1E-40D2-8F05-D2E304D1F0F3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User(id,name,email,password,role)</a:t>
          </a:r>
        </a:p>
      </dsp:txBody>
      <dsp:txXfrm>
        <a:off x="0" y="2663"/>
        <a:ext cx="5000124" cy="908098"/>
      </dsp:txXfrm>
    </dsp:sp>
    <dsp:sp modelId="{169C567E-6CC8-42AA-8152-10F5BE352467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7D99A4-C3DE-4A6F-8E86-16EF74198F2B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Product(id,name,description,price,stock,imageUrl)</a:t>
          </a:r>
        </a:p>
      </dsp:txBody>
      <dsp:txXfrm>
        <a:off x="0" y="910762"/>
        <a:ext cx="5000124" cy="908098"/>
      </dsp:txXfrm>
    </dsp:sp>
    <dsp:sp modelId="{07DE20B2-5ACB-41C0-A3DE-D6046D6A0C7B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E7217F-6301-4669-B7CC-A8EA2884E916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Order(id,user,totalAmount,status)</a:t>
          </a:r>
        </a:p>
      </dsp:txBody>
      <dsp:txXfrm>
        <a:off x="0" y="1818861"/>
        <a:ext cx="5000124" cy="908098"/>
      </dsp:txXfrm>
    </dsp:sp>
    <dsp:sp modelId="{005EAC78-2FFA-4B82-96A4-D88643B351F4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03E7E7-5E44-4B03-B210-78C7FF1ED1AB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OrderItem(id,order,product,qty,price)</a:t>
          </a:r>
        </a:p>
      </dsp:txBody>
      <dsp:txXfrm>
        <a:off x="0" y="2726960"/>
        <a:ext cx="5000124" cy="908098"/>
      </dsp:txXfrm>
    </dsp:sp>
    <dsp:sp modelId="{70BF56DE-4D56-446D-B825-FE333ACCD8F0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550403-9BCC-4FE6-9B35-8A770706632B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Cart(id,user)</a:t>
          </a:r>
        </a:p>
      </dsp:txBody>
      <dsp:txXfrm>
        <a:off x="0" y="3635058"/>
        <a:ext cx="5000124" cy="908098"/>
      </dsp:txXfrm>
    </dsp:sp>
    <dsp:sp modelId="{FBBA2D28-24D7-42AB-9D5F-F525EA65830F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C420B0-C283-454D-80CD-3C49579F0CA4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CartItem(id,cart,product,qty)</a:t>
          </a:r>
        </a:p>
      </dsp:txBody>
      <dsp:txXfrm>
        <a:off x="0" y="4543157"/>
        <a:ext cx="5000124" cy="9080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2AA3A-E1AC-490C-8204-81247CBA6441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8A1215-812A-4DEA-92A4-41FC96487158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UserRepository</a:t>
          </a:r>
        </a:p>
      </dsp:txBody>
      <dsp:txXfrm>
        <a:off x="0" y="2663"/>
        <a:ext cx="5000124" cy="908098"/>
      </dsp:txXfrm>
    </dsp:sp>
    <dsp:sp modelId="{91AA3FBC-3BA8-4ECD-9A53-35865A549B67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C9D258-7B4B-4983-95F4-4EA9C097599F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ProductRepository</a:t>
          </a:r>
        </a:p>
      </dsp:txBody>
      <dsp:txXfrm>
        <a:off x="0" y="910762"/>
        <a:ext cx="5000124" cy="908098"/>
      </dsp:txXfrm>
    </dsp:sp>
    <dsp:sp modelId="{E14BC42B-B1B9-43BE-BB6E-1867E76B3DFF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ADA945-6C51-4C26-AEB7-63E58EFA28E4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OrderRepository</a:t>
          </a:r>
        </a:p>
      </dsp:txBody>
      <dsp:txXfrm>
        <a:off x="0" y="1818861"/>
        <a:ext cx="5000124" cy="908098"/>
      </dsp:txXfrm>
    </dsp:sp>
    <dsp:sp modelId="{25030690-8BC9-478E-83A0-9BCC9F85B77F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FF5D48-E9B5-4465-9586-9984488956B7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OrderItemRepository</a:t>
          </a:r>
        </a:p>
      </dsp:txBody>
      <dsp:txXfrm>
        <a:off x="0" y="2726960"/>
        <a:ext cx="5000124" cy="908098"/>
      </dsp:txXfrm>
    </dsp:sp>
    <dsp:sp modelId="{91F93537-0415-4477-B07C-4CDE622F5D06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D1FC97-B732-4A59-B61A-403E0D21572F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CartRepository</a:t>
          </a:r>
        </a:p>
      </dsp:txBody>
      <dsp:txXfrm>
        <a:off x="0" y="3635058"/>
        <a:ext cx="5000124" cy="908098"/>
      </dsp:txXfrm>
    </dsp:sp>
    <dsp:sp modelId="{4834668E-D24A-4848-98A4-F58F3F49D3F4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88A52F-1237-4D18-90E7-FEC671C58D84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CartItemRepository</a:t>
          </a:r>
        </a:p>
      </dsp:txBody>
      <dsp:txXfrm>
        <a:off x="0" y="4543157"/>
        <a:ext cx="5000124" cy="9080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69E45-B2CA-4A7E-B62B-347A1D2F50B3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BF4C1B-9633-4320-8DD0-05C46D871FEF}">
      <dsp:nvSpPr>
        <dsp:cNvPr id="0" name=""/>
        <dsp:cNvSpPr/>
      </dsp:nvSpPr>
      <dsp:spPr>
        <a:xfrm>
          <a:off x="0" y="665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UserService</a:t>
          </a:r>
        </a:p>
      </dsp:txBody>
      <dsp:txXfrm>
        <a:off x="0" y="665"/>
        <a:ext cx="5000124" cy="1090517"/>
      </dsp:txXfrm>
    </dsp:sp>
    <dsp:sp modelId="{F8957F16-795F-4036-8415-670F7530E564}">
      <dsp:nvSpPr>
        <dsp:cNvPr id="0" name=""/>
        <dsp:cNvSpPr/>
      </dsp:nvSpPr>
      <dsp:spPr>
        <a:xfrm>
          <a:off x="0" y="1091183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7C0500-8BEF-4CF3-AB54-27D4FC488ED2}">
      <dsp:nvSpPr>
        <dsp:cNvPr id="0" name=""/>
        <dsp:cNvSpPr/>
      </dsp:nvSpPr>
      <dsp:spPr>
        <a:xfrm>
          <a:off x="0" y="1091183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ProductService</a:t>
          </a:r>
        </a:p>
      </dsp:txBody>
      <dsp:txXfrm>
        <a:off x="0" y="1091183"/>
        <a:ext cx="5000124" cy="1090517"/>
      </dsp:txXfrm>
    </dsp:sp>
    <dsp:sp modelId="{5D5E275C-6BB0-4061-8A0B-FE10780EB95B}">
      <dsp:nvSpPr>
        <dsp:cNvPr id="0" name=""/>
        <dsp:cNvSpPr/>
      </dsp:nvSpPr>
      <dsp:spPr>
        <a:xfrm>
          <a:off x="0" y="2181701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24A89F-1C44-47A4-88DF-A6EA7E1A748D}">
      <dsp:nvSpPr>
        <dsp:cNvPr id="0" name=""/>
        <dsp:cNvSpPr/>
      </dsp:nvSpPr>
      <dsp:spPr>
        <a:xfrm>
          <a:off x="0" y="2181701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OrderService</a:t>
          </a:r>
        </a:p>
      </dsp:txBody>
      <dsp:txXfrm>
        <a:off x="0" y="2181701"/>
        <a:ext cx="5000124" cy="1090517"/>
      </dsp:txXfrm>
    </dsp:sp>
    <dsp:sp modelId="{D43E2989-3974-4C84-9BCB-8F4007828B1A}">
      <dsp:nvSpPr>
        <dsp:cNvPr id="0" name=""/>
        <dsp:cNvSpPr/>
      </dsp:nvSpPr>
      <dsp:spPr>
        <a:xfrm>
          <a:off x="0" y="3272218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A93155-BCB4-4BF8-AE7D-DC875EE9E137}">
      <dsp:nvSpPr>
        <dsp:cNvPr id="0" name=""/>
        <dsp:cNvSpPr/>
      </dsp:nvSpPr>
      <dsp:spPr>
        <a:xfrm>
          <a:off x="0" y="3272218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CartService</a:t>
          </a:r>
        </a:p>
      </dsp:txBody>
      <dsp:txXfrm>
        <a:off x="0" y="3272218"/>
        <a:ext cx="5000124" cy="1090517"/>
      </dsp:txXfrm>
    </dsp:sp>
    <dsp:sp modelId="{6215FEC4-DF8A-4996-B5D9-BC9485FCAA52}">
      <dsp:nvSpPr>
        <dsp:cNvPr id="0" name=""/>
        <dsp:cNvSpPr/>
      </dsp:nvSpPr>
      <dsp:spPr>
        <a:xfrm>
          <a:off x="0" y="4362736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F82D8B-507E-48A2-9DB1-D6A76D309945}">
      <dsp:nvSpPr>
        <dsp:cNvPr id="0" name=""/>
        <dsp:cNvSpPr/>
      </dsp:nvSpPr>
      <dsp:spPr>
        <a:xfrm>
          <a:off x="0" y="4362736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kern="1200"/>
            <a:t>AuthService</a:t>
          </a:r>
          <a:endParaRPr lang="en-US" sz="5000" kern="1200"/>
        </a:p>
      </dsp:txBody>
      <dsp:txXfrm>
        <a:off x="0" y="4362736"/>
        <a:ext cx="5000124" cy="10905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36A15-C97C-4888-BF0F-0B5D18DB33C0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E1E6FD-7206-40A0-9504-AE352EF60DFD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AuthController</a:t>
          </a:r>
        </a:p>
      </dsp:txBody>
      <dsp:txXfrm>
        <a:off x="0" y="2663"/>
        <a:ext cx="5000124" cy="908098"/>
      </dsp:txXfrm>
    </dsp:sp>
    <dsp:sp modelId="{BE65E24E-FCCD-4F3E-AD17-EE1CE6FE60B6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E61F83-FA24-45A8-B31B-0CB9EA3AAEC0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ProductController</a:t>
          </a:r>
        </a:p>
      </dsp:txBody>
      <dsp:txXfrm>
        <a:off x="0" y="910762"/>
        <a:ext cx="5000124" cy="908098"/>
      </dsp:txXfrm>
    </dsp:sp>
    <dsp:sp modelId="{2CE3F9F5-F804-4D83-AC8C-0F4FC541C3F9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41BCC0-E5E0-484A-BFF4-720FC69295AD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CartController</a:t>
          </a:r>
        </a:p>
      </dsp:txBody>
      <dsp:txXfrm>
        <a:off x="0" y="1818861"/>
        <a:ext cx="5000124" cy="908098"/>
      </dsp:txXfrm>
    </dsp:sp>
    <dsp:sp modelId="{D0C2A005-1130-4B6D-B33D-AF892FD63C66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F17FC2-91E7-40E0-945A-476202800907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OrderController</a:t>
          </a:r>
        </a:p>
      </dsp:txBody>
      <dsp:txXfrm>
        <a:off x="0" y="2726960"/>
        <a:ext cx="5000124" cy="908098"/>
      </dsp:txXfrm>
    </dsp:sp>
    <dsp:sp modelId="{7F69E6C9-1CBA-4147-950F-17B6C5AA1D99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2C6FB3-F16A-41B1-A247-D348BEDA8DBF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AdminController</a:t>
          </a:r>
        </a:p>
      </dsp:txBody>
      <dsp:txXfrm>
        <a:off x="0" y="3635058"/>
        <a:ext cx="5000124" cy="908098"/>
      </dsp:txXfrm>
    </dsp:sp>
    <dsp:sp modelId="{F7C910C0-FB24-4787-9769-699A6F767E9D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32C78C-B422-4480-A050-9F848ED51077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UserController</a:t>
          </a:r>
        </a:p>
      </dsp:txBody>
      <dsp:txXfrm>
        <a:off x="0" y="4543157"/>
        <a:ext cx="5000124" cy="9080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80EFA7-FEB0-4E76-B4EA-1DA16A2798C0}">
      <dsp:nvSpPr>
        <dsp:cNvPr id="0" name=""/>
        <dsp:cNvSpPr/>
      </dsp:nvSpPr>
      <dsp:spPr>
        <a:xfrm>
          <a:off x="0" y="11283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login()</a:t>
          </a:r>
        </a:p>
      </dsp:txBody>
      <dsp:txXfrm>
        <a:off x="21075" y="133911"/>
        <a:ext cx="8187450" cy="389580"/>
      </dsp:txXfrm>
    </dsp:sp>
    <dsp:sp modelId="{46709E31-FE8A-455A-890A-F0F9553199B8}">
      <dsp:nvSpPr>
        <dsp:cNvPr id="0" name=""/>
        <dsp:cNvSpPr/>
      </dsp:nvSpPr>
      <dsp:spPr>
        <a:xfrm>
          <a:off x="0" y="59640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register()</a:t>
          </a:r>
        </a:p>
      </dsp:txBody>
      <dsp:txXfrm>
        <a:off x="21075" y="617481"/>
        <a:ext cx="8187450" cy="389580"/>
      </dsp:txXfrm>
    </dsp:sp>
    <dsp:sp modelId="{57F7B128-92D1-4BB1-A520-3D0F6559A83F}">
      <dsp:nvSpPr>
        <dsp:cNvPr id="0" name=""/>
        <dsp:cNvSpPr/>
      </dsp:nvSpPr>
      <dsp:spPr>
        <a:xfrm>
          <a:off x="0" y="107997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addProduct()</a:t>
          </a:r>
        </a:p>
      </dsp:txBody>
      <dsp:txXfrm>
        <a:off x="21075" y="1101051"/>
        <a:ext cx="8187450" cy="389580"/>
      </dsp:txXfrm>
    </dsp:sp>
    <dsp:sp modelId="{B96C43D6-59FC-467F-B326-014A89F44EA3}">
      <dsp:nvSpPr>
        <dsp:cNvPr id="0" name=""/>
        <dsp:cNvSpPr/>
      </dsp:nvSpPr>
      <dsp:spPr>
        <a:xfrm>
          <a:off x="0" y="156354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updateProduct()</a:t>
          </a:r>
        </a:p>
      </dsp:txBody>
      <dsp:txXfrm>
        <a:off x="21075" y="1584621"/>
        <a:ext cx="8187450" cy="389580"/>
      </dsp:txXfrm>
    </dsp:sp>
    <dsp:sp modelId="{69A27820-F12C-496E-9736-E8BFAC49D20F}">
      <dsp:nvSpPr>
        <dsp:cNvPr id="0" name=""/>
        <dsp:cNvSpPr/>
      </dsp:nvSpPr>
      <dsp:spPr>
        <a:xfrm>
          <a:off x="0" y="204711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deleteProduct()</a:t>
          </a:r>
        </a:p>
      </dsp:txBody>
      <dsp:txXfrm>
        <a:off x="21075" y="2068191"/>
        <a:ext cx="8187450" cy="389580"/>
      </dsp:txXfrm>
    </dsp:sp>
    <dsp:sp modelId="{021C1CF5-EFEE-400D-AED4-52FDEADD6CAA}">
      <dsp:nvSpPr>
        <dsp:cNvPr id="0" name=""/>
        <dsp:cNvSpPr/>
      </dsp:nvSpPr>
      <dsp:spPr>
        <a:xfrm>
          <a:off x="0" y="253068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addToCart()</a:t>
          </a:r>
        </a:p>
      </dsp:txBody>
      <dsp:txXfrm>
        <a:off x="21075" y="2551761"/>
        <a:ext cx="8187450" cy="389580"/>
      </dsp:txXfrm>
    </dsp:sp>
    <dsp:sp modelId="{E44E6EFB-B1E2-482E-B247-F240779D678A}">
      <dsp:nvSpPr>
        <dsp:cNvPr id="0" name=""/>
        <dsp:cNvSpPr/>
      </dsp:nvSpPr>
      <dsp:spPr>
        <a:xfrm>
          <a:off x="0" y="301425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placeOrder()</a:t>
          </a:r>
        </a:p>
      </dsp:txBody>
      <dsp:txXfrm>
        <a:off x="21075" y="3035331"/>
        <a:ext cx="8187450" cy="389580"/>
      </dsp:txXfrm>
    </dsp:sp>
    <dsp:sp modelId="{4DC56E72-94EE-40AA-A12F-B3DFB1767FEF}">
      <dsp:nvSpPr>
        <dsp:cNvPr id="0" name=""/>
        <dsp:cNvSpPr/>
      </dsp:nvSpPr>
      <dsp:spPr>
        <a:xfrm>
          <a:off x="0" y="349782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getOrders()</a:t>
          </a:r>
        </a:p>
      </dsp:txBody>
      <dsp:txXfrm>
        <a:off x="21075" y="3518901"/>
        <a:ext cx="8187450" cy="389580"/>
      </dsp:txXfrm>
    </dsp:sp>
    <dsp:sp modelId="{EC18295F-055D-4DDE-BFC5-68E29738E3D1}">
      <dsp:nvSpPr>
        <dsp:cNvPr id="0" name=""/>
        <dsp:cNvSpPr/>
      </dsp:nvSpPr>
      <dsp:spPr>
        <a:xfrm>
          <a:off x="0" y="398139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updateOrderStatus()</a:t>
          </a:r>
        </a:p>
      </dsp:txBody>
      <dsp:txXfrm>
        <a:off x="21075" y="4002471"/>
        <a:ext cx="8187450" cy="3895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F99ED-DE91-4C4F-9442-3C9B54BE5F97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67D6B3-A487-424F-9C08-77D8240E4BA2}">
      <dsp:nvSpPr>
        <dsp:cNvPr id="0" name=""/>
        <dsp:cNvSpPr/>
      </dsp:nvSpPr>
      <dsp:spPr>
        <a:xfrm>
          <a:off x="0" y="665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src</a:t>
          </a:r>
        </a:p>
      </dsp:txBody>
      <dsp:txXfrm>
        <a:off x="0" y="665"/>
        <a:ext cx="5000124" cy="778941"/>
      </dsp:txXfrm>
    </dsp:sp>
    <dsp:sp modelId="{D4738313-BF4B-4D83-BDA4-7E4922268310}">
      <dsp:nvSpPr>
        <dsp:cNvPr id="0" name=""/>
        <dsp:cNvSpPr/>
      </dsp:nvSpPr>
      <dsp:spPr>
        <a:xfrm>
          <a:off x="0" y="779606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65020B-E5DC-4E6C-85DD-91027401E42B}">
      <dsp:nvSpPr>
        <dsp:cNvPr id="0" name=""/>
        <dsp:cNvSpPr/>
      </dsp:nvSpPr>
      <dsp:spPr>
        <a:xfrm>
          <a:off x="0" y="779606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├── pages</a:t>
          </a:r>
        </a:p>
      </dsp:txBody>
      <dsp:txXfrm>
        <a:off x="0" y="779606"/>
        <a:ext cx="5000124" cy="778941"/>
      </dsp:txXfrm>
    </dsp:sp>
    <dsp:sp modelId="{788696E3-CA7F-4339-9341-C3BB96957935}">
      <dsp:nvSpPr>
        <dsp:cNvPr id="0" name=""/>
        <dsp:cNvSpPr/>
      </dsp:nvSpPr>
      <dsp:spPr>
        <a:xfrm>
          <a:off x="0" y="155854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8AA6CC-A7C5-42FE-B933-DF0EC52D3542}">
      <dsp:nvSpPr>
        <dsp:cNvPr id="0" name=""/>
        <dsp:cNvSpPr/>
      </dsp:nvSpPr>
      <dsp:spPr>
        <a:xfrm>
          <a:off x="0" y="1558548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├── components</a:t>
          </a:r>
        </a:p>
      </dsp:txBody>
      <dsp:txXfrm>
        <a:off x="0" y="1558548"/>
        <a:ext cx="5000124" cy="778941"/>
      </dsp:txXfrm>
    </dsp:sp>
    <dsp:sp modelId="{AA5464E0-9D08-4F3C-9C47-BBD01F0C5FD9}">
      <dsp:nvSpPr>
        <dsp:cNvPr id="0" name=""/>
        <dsp:cNvSpPr/>
      </dsp:nvSpPr>
      <dsp:spPr>
        <a:xfrm>
          <a:off x="0" y="2337489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03B90A-2FB8-4927-864B-B5417CCEF3F1}">
      <dsp:nvSpPr>
        <dsp:cNvPr id="0" name=""/>
        <dsp:cNvSpPr/>
      </dsp:nvSpPr>
      <dsp:spPr>
        <a:xfrm>
          <a:off x="0" y="2337489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├── services</a:t>
          </a:r>
        </a:p>
      </dsp:txBody>
      <dsp:txXfrm>
        <a:off x="0" y="2337489"/>
        <a:ext cx="5000124" cy="778941"/>
      </dsp:txXfrm>
    </dsp:sp>
    <dsp:sp modelId="{E2D5B432-6C01-432D-9AA8-2959D199337D}">
      <dsp:nvSpPr>
        <dsp:cNvPr id="0" name=""/>
        <dsp:cNvSpPr/>
      </dsp:nvSpPr>
      <dsp:spPr>
        <a:xfrm>
          <a:off x="0" y="3116430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AAA2E6-1D95-4CEB-A916-017DD6AA1A39}">
      <dsp:nvSpPr>
        <dsp:cNvPr id="0" name=""/>
        <dsp:cNvSpPr/>
      </dsp:nvSpPr>
      <dsp:spPr>
        <a:xfrm>
          <a:off x="0" y="3116430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├── routes</a:t>
          </a:r>
        </a:p>
      </dsp:txBody>
      <dsp:txXfrm>
        <a:off x="0" y="3116430"/>
        <a:ext cx="5000124" cy="778941"/>
      </dsp:txXfrm>
    </dsp:sp>
    <dsp:sp modelId="{79E6F8C5-E4D6-45AE-ACCD-1817E7625CC1}">
      <dsp:nvSpPr>
        <dsp:cNvPr id="0" name=""/>
        <dsp:cNvSpPr/>
      </dsp:nvSpPr>
      <dsp:spPr>
        <a:xfrm>
          <a:off x="0" y="389537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3B450B-2A02-46E9-97BA-E8367B7296A0}">
      <dsp:nvSpPr>
        <dsp:cNvPr id="0" name=""/>
        <dsp:cNvSpPr/>
      </dsp:nvSpPr>
      <dsp:spPr>
        <a:xfrm>
          <a:off x="0" y="3895371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├── context</a:t>
          </a:r>
        </a:p>
      </dsp:txBody>
      <dsp:txXfrm>
        <a:off x="0" y="3895371"/>
        <a:ext cx="5000124" cy="778941"/>
      </dsp:txXfrm>
    </dsp:sp>
    <dsp:sp modelId="{E814E559-057F-43E8-96CB-5855CAEAA962}">
      <dsp:nvSpPr>
        <dsp:cNvPr id="0" name=""/>
        <dsp:cNvSpPr/>
      </dsp:nvSpPr>
      <dsp:spPr>
        <a:xfrm>
          <a:off x="0" y="4674313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3ED44A-20B1-4D9C-B314-18A3EACE3201}">
      <dsp:nvSpPr>
        <dsp:cNvPr id="0" name=""/>
        <dsp:cNvSpPr/>
      </dsp:nvSpPr>
      <dsp:spPr>
        <a:xfrm>
          <a:off x="0" y="4674313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└── assets</a:t>
          </a:r>
        </a:p>
      </dsp:txBody>
      <dsp:txXfrm>
        <a:off x="0" y="4674313"/>
        <a:ext cx="5000124" cy="7789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DF0B0-D3AD-4644-8FE5-294AB13427CF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0597B7-23AF-443C-B215-2879E930CA97}">
      <dsp:nvSpPr>
        <dsp:cNvPr id="0" name=""/>
        <dsp:cNvSpPr/>
      </dsp:nvSpPr>
      <dsp:spPr>
        <a:xfrm>
          <a:off x="0" y="665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Home.jsx</a:t>
          </a:r>
        </a:p>
      </dsp:txBody>
      <dsp:txXfrm>
        <a:off x="0" y="665"/>
        <a:ext cx="5000124" cy="605843"/>
      </dsp:txXfrm>
    </dsp:sp>
    <dsp:sp modelId="{95781DD2-2B48-48C2-BCD2-EDC1D25C5C7E}">
      <dsp:nvSpPr>
        <dsp:cNvPr id="0" name=""/>
        <dsp:cNvSpPr/>
      </dsp:nvSpPr>
      <dsp:spPr>
        <a:xfrm>
          <a:off x="0" y="60650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E40CFF-DFF7-4F8B-9A5F-FC14F557FD5B}">
      <dsp:nvSpPr>
        <dsp:cNvPr id="0" name=""/>
        <dsp:cNvSpPr/>
      </dsp:nvSpPr>
      <dsp:spPr>
        <a:xfrm>
          <a:off x="0" y="606508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Login.jsx</a:t>
          </a:r>
        </a:p>
      </dsp:txBody>
      <dsp:txXfrm>
        <a:off x="0" y="606508"/>
        <a:ext cx="5000124" cy="605843"/>
      </dsp:txXfrm>
    </dsp:sp>
    <dsp:sp modelId="{4C9CC4C5-99A1-4FD8-9210-4BFB33E873B9}">
      <dsp:nvSpPr>
        <dsp:cNvPr id="0" name=""/>
        <dsp:cNvSpPr/>
      </dsp:nvSpPr>
      <dsp:spPr>
        <a:xfrm>
          <a:off x="0" y="1212352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F9B0ED-F781-4955-8DA4-CC4B507D0FEB}">
      <dsp:nvSpPr>
        <dsp:cNvPr id="0" name=""/>
        <dsp:cNvSpPr/>
      </dsp:nvSpPr>
      <dsp:spPr>
        <a:xfrm>
          <a:off x="0" y="1212352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Register.jsx</a:t>
          </a:r>
        </a:p>
      </dsp:txBody>
      <dsp:txXfrm>
        <a:off x="0" y="1212352"/>
        <a:ext cx="5000124" cy="605843"/>
      </dsp:txXfrm>
    </dsp:sp>
    <dsp:sp modelId="{0EAD7302-238C-4812-9225-AE016E554B87}">
      <dsp:nvSpPr>
        <dsp:cNvPr id="0" name=""/>
        <dsp:cNvSpPr/>
      </dsp:nvSpPr>
      <dsp:spPr>
        <a:xfrm>
          <a:off x="0" y="181819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958B22-BCDE-4018-A143-98D280809D21}">
      <dsp:nvSpPr>
        <dsp:cNvPr id="0" name=""/>
        <dsp:cNvSpPr/>
      </dsp:nvSpPr>
      <dsp:spPr>
        <a:xfrm>
          <a:off x="0" y="1818195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Products.jsx</a:t>
          </a:r>
        </a:p>
      </dsp:txBody>
      <dsp:txXfrm>
        <a:off x="0" y="1818195"/>
        <a:ext cx="5000124" cy="605843"/>
      </dsp:txXfrm>
    </dsp:sp>
    <dsp:sp modelId="{A65FF386-05F2-4142-A7D7-935646BD2491}">
      <dsp:nvSpPr>
        <dsp:cNvPr id="0" name=""/>
        <dsp:cNvSpPr/>
      </dsp:nvSpPr>
      <dsp:spPr>
        <a:xfrm>
          <a:off x="0" y="242403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CAABCF-25E3-4ADF-A823-897E5BBD32E8}">
      <dsp:nvSpPr>
        <dsp:cNvPr id="0" name=""/>
        <dsp:cNvSpPr/>
      </dsp:nvSpPr>
      <dsp:spPr>
        <a:xfrm>
          <a:off x="0" y="2424038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Cart.jsx</a:t>
          </a:r>
        </a:p>
      </dsp:txBody>
      <dsp:txXfrm>
        <a:off x="0" y="2424038"/>
        <a:ext cx="5000124" cy="605843"/>
      </dsp:txXfrm>
    </dsp:sp>
    <dsp:sp modelId="{82BA4C7A-2926-41D6-BA37-7363A88FAD44}">
      <dsp:nvSpPr>
        <dsp:cNvPr id="0" name=""/>
        <dsp:cNvSpPr/>
      </dsp:nvSpPr>
      <dsp:spPr>
        <a:xfrm>
          <a:off x="0" y="302988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18490A-3B6B-46CA-8A42-1570A4FD76CF}">
      <dsp:nvSpPr>
        <dsp:cNvPr id="0" name=""/>
        <dsp:cNvSpPr/>
      </dsp:nvSpPr>
      <dsp:spPr>
        <a:xfrm>
          <a:off x="0" y="3029881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Orders.jsx</a:t>
          </a:r>
        </a:p>
      </dsp:txBody>
      <dsp:txXfrm>
        <a:off x="0" y="3029881"/>
        <a:ext cx="5000124" cy="605843"/>
      </dsp:txXfrm>
    </dsp:sp>
    <dsp:sp modelId="{7ECE17EC-5ED2-4795-B73C-944F2A113BBB}">
      <dsp:nvSpPr>
        <dsp:cNvPr id="0" name=""/>
        <dsp:cNvSpPr/>
      </dsp:nvSpPr>
      <dsp:spPr>
        <a:xfrm>
          <a:off x="0" y="3635724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9DD8F8-193C-4FF9-8A4E-12BD1AF77649}">
      <dsp:nvSpPr>
        <dsp:cNvPr id="0" name=""/>
        <dsp:cNvSpPr/>
      </dsp:nvSpPr>
      <dsp:spPr>
        <a:xfrm>
          <a:off x="0" y="3635724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AdminDashboard.jsx</a:t>
          </a:r>
        </a:p>
      </dsp:txBody>
      <dsp:txXfrm>
        <a:off x="0" y="3635724"/>
        <a:ext cx="5000124" cy="605843"/>
      </dsp:txXfrm>
    </dsp:sp>
    <dsp:sp modelId="{5A2D6291-AD56-463A-B52E-A0306266BFC3}">
      <dsp:nvSpPr>
        <dsp:cNvPr id="0" name=""/>
        <dsp:cNvSpPr/>
      </dsp:nvSpPr>
      <dsp:spPr>
        <a:xfrm>
          <a:off x="0" y="4241567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1D7525-994E-4C18-B1CF-E3F09DCD513A}">
      <dsp:nvSpPr>
        <dsp:cNvPr id="0" name=""/>
        <dsp:cNvSpPr/>
      </dsp:nvSpPr>
      <dsp:spPr>
        <a:xfrm>
          <a:off x="0" y="4241567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ManageProducts.jsx</a:t>
          </a:r>
        </a:p>
      </dsp:txBody>
      <dsp:txXfrm>
        <a:off x="0" y="4241567"/>
        <a:ext cx="5000124" cy="605843"/>
      </dsp:txXfrm>
    </dsp:sp>
    <dsp:sp modelId="{B51DCFF3-AEC2-440F-9F29-183548685F6E}">
      <dsp:nvSpPr>
        <dsp:cNvPr id="0" name=""/>
        <dsp:cNvSpPr/>
      </dsp:nvSpPr>
      <dsp:spPr>
        <a:xfrm>
          <a:off x="0" y="484741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D7CECFF-6AD8-47A7-8854-5AD2FBF027F1}">
      <dsp:nvSpPr>
        <dsp:cNvPr id="0" name=""/>
        <dsp:cNvSpPr/>
      </dsp:nvSpPr>
      <dsp:spPr>
        <a:xfrm>
          <a:off x="0" y="4847411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Profile.jsx</a:t>
          </a:r>
        </a:p>
      </dsp:txBody>
      <dsp:txXfrm>
        <a:off x="0" y="4847411"/>
        <a:ext cx="5000124" cy="6058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A2E5F-35F5-4FC2-861C-B0FC3419619D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5836C4-8C85-45CB-8469-2C14A3D2B912}">
      <dsp:nvSpPr>
        <dsp:cNvPr id="0" name=""/>
        <dsp:cNvSpPr/>
      </dsp:nvSpPr>
      <dsp:spPr>
        <a:xfrm>
          <a:off x="0" y="665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Navbar</a:t>
          </a:r>
        </a:p>
      </dsp:txBody>
      <dsp:txXfrm>
        <a:off x="0" y="665"/>
        <a:ext cx="5000124" cy="778941"/>
      </dsp:txXfrm>
    </dsp:sp>
    <dsp:sp modelId="{30F69BC2-882A-4557-A56F-3956853D7C3D}">
      <dsp:nvSpPr>
        <dsp:cNvPr id="0" name=""/>
        <dsp:cNvSpPr/>
      </dsp:nvSpPr>
      <dsp:spPr>
        <a:xfrm>
          <a:off x="0" y="779606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1655646"/>
                <a:satOff val="6635"/>
                <a:lumOff val="143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655646"/>
                <a:satOff val="6635"/>
                <a:lumOff val="143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655646"/>
              <a:satOff val="6635"/>
              <a:lumOff val="143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B90E32-7671-4216-BF3F-766A2F7D22A3}">
      <dsp:nvSpPr>
        <dsp:cNvPr id="0" name=""/>
        <dsp:cNvSpPr/>
      </dsp:nvSpPr>
      <dsp:spPr>
        <a:xfrm>
          <a:off x="0" y="779606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Sidebar</a:t>
          </a:r>
        </a:p>
      </dsp:txBody>
      <dsp:txXfrm>
        <a:off x="0" y="779606"/>
        <a:ext cx="5000124" cy="778941"/>
      </dsp:txXfrm>
    </dsp:sp>
    <dsp:sp modelId="{AB70D1E7-4FF6-489B-AC56-510ED33FCD16}">
      <dsp:nvSpPr>
        <dsp:cNvPr id="0" name=""/>
        <dsp:cNvSpPr/>
      </dsp:nvSpPr>
      <dsp:spPr>
        <a:xfrm>
          <a:off x="0" y="1558548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207565-B435-4374-B100-9F7747D8B6C4}">
      <dsp:nvSpPr>
        <dsp:cNvPr id="0" name=""/>
        <dsp:cNvSpPr/>
      </dsp:nvSpPr>
      <dsp:spPr>
        <a:xfrm>
          <a:off x="0" y="1558548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Footer</a:t>
          </a:r>
        </a:p>
      </dsp:txBody>
      <dsp:txXfrm>
        <a:off x="0" y="1558548"/>
        <a:ext cx="5000124" cy="778941"/>
      </dsp:txXfrm>
    </dsp:sp>
    <dsp:sp modelId="{8A01F95F-CB89-4310-9A11-0D946C8472EE}">
      <dsp:nvSpPr>
        <dsp:cNvPr id="0" name=""/>
        <dsp:cNvSpPr/>
      </dsp:nvSpPr>
      <dsp:spPr>
        <a:xfrm>
          <a:off x="0" y="2337489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0062BD-78D2-4E58-A832-5B0784689535}">
      <dsp:nvSpPr>
        <dsp:cNvPr id="0" name=""/>
        <dsp:cNvSpPr/>
      </dsp:nvSpPr>
      <dsp:spPr>
        <a:xfrm>
          <a:off x="0" y="2337489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ProductCard</a:t>
          </a:r>
        </a:p>
      </dsp:txBody>
      <dsp:txXfrm>
        <a:off x="0" y="2337489"/>
        <a:ext cx="5000124" cy="778941"/>
      </dsp:txXfrm>
    </dsp:sp>
    <dsp:sp modelId="{BA2BD52B-B3BE-4CEA-AE8A-EE7C6E7B72CC}">
      <dsp:nvSpPr>
        <dsp:cNvPr id="0" name=""/>
        <dsp:cNvSpPr/>
      </dsp:nvSpPr>
      <dsp:spPr>
        <a:xfrm>
          <a:off x="0" y="311643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7548D2-B68F-4A93-B0B6-E8CC47862497}">
      <dsp:nvSpPr>
        <dsp:cNvPr id="0" name=""/>
        <dsp:cNvSpPr/>
      </dsp:nvSpPr>
      <dsp:spPr>
        <a:xfrm>
          <a:off x="0" y="3116430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CartItem</a:t>
          </a:r>
        </a:p>
      </dsp:txBody>
      <dsp:txXfrm>
        <a:off x="0" y="3116430"/>
        <a:ext cx="5000124" cy="778941"/>
      </dsp:txXfrm>
    </dsp:sp>
    <dsp:sp modelId="{23373E5B-9754-4B43-8E78-4D5E55901E94}">
      <dsp:nvSpPr>
        <dsp:cNvPr id="0" name=""/>
        <dsp:cNvSpPr/>
      </dsp:nvSpPr>
      <dsp:spPr>
        <a:xfrm>
          <a:off x="0" y="3895371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8278230"/>
                <a:satOff val="33176"/>
                <a:lumOff val="719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8278230"/>
                <a:satOff val="33176"/>
                <a:lumOff val="719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8278230"/>
              <a:satOff val="33176"/>
              <a:lumOff val="719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B38AC5-D5FA-4575-8EBD-CF6D5D0F5BED}">
      <dsp:nvSpPr>
        <dsp:cNvPr id="0" name=""/>
        <dsp:cNvSpPr/>
      </dsp:nvSpPr>
      <dsp:spPr>
        <a:xfrm>
          <a:off x="0" y="3895371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OrderCard</a:t>
          </a:r>
        </a:p>
      </dsp:txBody>
      <dsp:txXfrm>
        <a:off x="0" y="3895371"/>
        <a:ext cx="5000124" cy="778941"/>
      </dsp:txXfrm>
    </dsp:sp>
    <dsp:sp modelId="{4506A520-53E8-4B19-AB83-B5616A1311B2}">
      <dsp:nvSpPr>
        <dsp:cNvPr id="0" name=""/>
        <dsp:cNvSpPr/>
      </dsp:nvSpPr>
      <dsp:spPr>
        <a:xfrm>
          <a:off x="0" y="4674313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1976F8-2D3A-4F9C-B3BC-E3A418F887B0}">
      <dsp:nvSpPr>
        <dsp:cNvPr id="0" name=""/>
        <dsp:cNvSpPr/>
      </dsp:nvSpPr>
      <dsp:spPr>
        <a:xfrm>
          <a:off x="0" y="4674313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ProtectedRoute</a:t>
          </a:r>
        </a:p>
      </dsp:txBody>
      <dsp:txXfrm>
        <a:off x="0" y="4674313"/>
        <a:ext cx="5000124" cy="778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3851978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8BD66-30A5-6632-87A8-466C0E529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1432"/>
          <a:stretch>
            <a:fillRect/>
          </a:stretch>
        </p:blipFill>
        <p:spPr>
          <a:xfrm>
            <a:off x="2186591" y="10"/>
            <a:ext cx="6957409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6437" y="2852381"/>
            <a:ext cx="2371455" cy="2640247"/>
          </a:xfrm>
        </p:spPr>
        <p:txBody>
          <a:bodyPr>
            <a:normAutofit/>
          </a:bodyPr>
          <a:lstStyle/>
          <a:p>
            <a:pPr algn="l"/>
            <a:r>
              <a:rPr lang="en-IN" sz="3100">
                <a:solidFill>
                  <a:schemeClr val="tx1">
                    <a:lumMod val="85000"/>
                    <a:lumOff val="15000"/>
                  </a:schemeClr>
                </a:solidFill>
              </a:rPr>
              <a:t>Nidheera Shopping 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436" y="5676901"/>
            <a:ext cx="2479567" cy="665802"/>
          </a:xfrm>
        </p:spPr>
        <p:txBody>
          <a:bodyPr>
            <a:normAutofit/>
          </a:bodyPr>
          <a:lstStyle/>
          <a:p>
            <a:pPr algn="l"/>
            <a:r>
              <a:rPr lang="en-I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Java Spring Boot + React JS E-Commerce Project Plan</a:t>
            </a:r>
          </a:p>
          <a:p>
            <a:pPr algn="l"/>
            <a:endParaRPr lang="en-IN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B992B3-5B30-97CF-7899-48BC4E3F76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44584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Application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fr-FR" sz="1700"/>
              <a:t>Home Page</a:t>
            </a:r>
          </a:p>
          <a:p>
            <a:r>
              <a:rPr lang="fr-FR" sz="1700"/>
              <a:t>Login/Register</a:t>
            </a:r>
          </a:p>
          <a:p>
            <a:r>
              <a:rPr lang="fr-FR" sz="1700"/>
              <a:t>Products Page</a:t>
            </a:r>
          </a:p>
          <a:p>
            <a:r>
              <a:rPr lang="fr-FR" sz="1700"/>
              <a:t>Cart Page</a:t>
            </a:r>
          </a:p>
          <a:p>
            <a:r>
              <a:rPr lang="fr-FR" sz="1700"/>
              <a:t>Orders Page</a:t>
            </a:r>
          </a:p>
          <a:p>
            <a:r>
              <a:rPr lang="fr-FR" sz="1700"/>
              <a:t>Admin Dashboard</a:t>
            </a:r>
          </a:p>
          <a:p>
            <a:r>
              <a:rPr lang="fr-FR" sz="1700"/>
              <a:t>Profile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 UI → REST APIs → Spring Boot Services → JPA Repository → MySQL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IN" sz="4500"/>
              <a:t>Backend Project 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171E9D-28BA-ED35-DC09-2FD8ED8D3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368288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Entity Classes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52A30F-BEC9-DC43-3CD4-065A48C2D9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04198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Repository Interfaces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974F0D-8531-88BA-FC47-5505EE30D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75346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Service Interfaces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F18235-F2A1-6851-25D2-CEE71FA098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12006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Controller Classes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7FEEA1-FB0B-9A3B-16DD-079629A57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969115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Important Methods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97D85F41-BE8C-08E4-39A4-7F8F02075A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Frontend 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D0AC2E-0D45-349D-FB35-A339743831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90875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React Pages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2016CD-663E-63B2-1465-B6DE21291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2204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200">
                <a:solidFill>
                  <a:srgbClr val="FFFFFF"/>
                </a:solidFill>
              </a:rPr>
              <a:t>Frontend Components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93258F-D129-3144-45D1-102B6CDBD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28394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50C2A-1A87-7321-AD52-CAADDB12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Site Visual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EA1E96-0C08-3F76-E1FE-0665F7A7B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0265" y="563929"/>
            <a:ext cx="6113443" cy="470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69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253</Words>
  <Application>Microsoft Office PowerPoint</Application>
  <PresentationFormat>On-screen Show (4:3)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Nidheera Shopping Site</vt:lpstr>
      <vt:lpstr>Technology Stack</vt:lpstr>
      <vt:lpstr>Application Pages</vt:lpstr>
      <vt:lpstr>System Architecture</vt:lpstr>
      <vt:lpstr>Backend Project Structure</vt:lpstr>
      <vt:lpstr>Entity Classes</vt:lpstr>
      <vt:lpstr>Repository Interfaces</vt:lpstr>
      <vt:lpstr>Service Interfaces</vt:lpstr>
      <vt:lpstr>Controller Classes</vt:lpstr>
      <vt:lpstr>Important Methods</vt:lpstr>
      <vt:lpstr>Frontend Structure</vt:lpstr>
      <vt:lpstr>React Pages</vt:lpstr>
      <vt:lpstr>Frontend Components</vt:lpstr>
      <vt:lpstr>Sample Site Visual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Pranit Patil</cp:lastModifiedBy>
  <cp:revision>19</cp:revision>
  <dcterms:created xsi:type="dcterms:W3CDTF">2013-01-27T09:14:16Z</dcterms:created>
  <dcterms:modified xsi:type="dcterms:W3CDTF">2026-06-03T03:58:11Z</dcterms:modified>
  <cp:category/>
</cp:coreProperties>
</file>